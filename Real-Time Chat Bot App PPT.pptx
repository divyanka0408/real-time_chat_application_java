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92" r:id="rId5"/>
    <p:sldId id="297" r:id="rId6"/>
    <p:sldId id="261" r:id="rId7"/>
    <p:sldId id="298" r:id="rId8"/>
    <p:sldId id="279" r:id="rId9"/>
    <p:sldId id="276" r:id="rId10"/>
    <p:sldId id="293" r:id="rId11"/>
    <p:sldId id="268" r:id="rId12"/>
    <p:sldId id="301" r:id="rId13"/>
    <p:sldId id="302" r:id="rId14"/>
    <p:sldId id="295" r:id="rId15"/>
    <p:sldId id="289"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0" autoAdjust="0"/>
    <p:restoredTop sz="94839" autoAdjust="0"/>
  </p:normalViewPr>
  <p:slideViewPr>
    <p:cSldViewPr snapToGrid="0" showGuides="1">
      <p:cViewPr varScale="1">
        <p:scale>
          <a:sx n="84" d="100"/>
          <a:sy n="84" d="100"/>
        </p:scale>
        <p:origin x="-533" y="-6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60000"/>
                  <a:lumOff val="40000"/>
                </a:schemeClr>
              </a:solidFill>
              <a:latin typeface="+mn-lt"/>
            </a:rPr>
            <a:t>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dirty="0">
              <a:latin typeface="+mn-lt"/>
            </a:rPr>
            <a:t>Project Planning &amp; Requirement Analysis</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lgn="ctr">
            <a:defRPr b="1"/>
          </a:pPr>
          <a:r>
            <a:rPr lang="en-US" dirty="0">
              <a:solidFill>
                <a:schemeClr val="accent2">
                  <a:lumMod val="60000"/>
                  <a:lumOff val="40000"/>
                </a:schemeClr>
              </a:solidFill>
              <a:latin typeface="+mn-lt"/>
            </a:rPr>
            <a:t>4</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dirty="0">
              <a:latin typeface="+mn-lt"/>
            </a:rPr>
            <a:t>Testing &amp; Final Review</a:t>
          </a: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lgn="ctr">
            <a:defRPr b="1"/>
          </a:pPr>
          <a:r>
            <a:rPr lang="en-US" dirty="0">
              <a:solidFill>
                <a:schemeClr val="accent2">
                  <a:lumMod val="60000"/>
                  <a:lumOff val="40000"/>
                </a:schemeClr>
              </a:solidFill>
              <a:latin typeface="+mn-lt"/>
            </a:rPr>
            <a:t>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 Implementation &amp; Coding</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lgn="ctr">
            <a:defRPr b="1"/>
          </a:pPr>
          <a:r>
            <a:rPr lang="en-US" dirty="0">
              <a:solidFill>
                <a:schemeClr val="accent2">
                  <a:lumMod val="60000"/>
                  <a:lumOff val="40000"/>
                </a:schemeClr>
              </a:solidFill>
              <a:latin typeface="+mn-lt"/>
            </a:rPr>
            <a:t>2</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pPr algn="ctr"/>
          <a:r>
            <a:rPr lang="en-US" sz="1800" dirty="0">
              <a:latin typeface="+mn-lt"/>
            </a:rPr>
            <a:t>System Design &amp; Architecture</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t>
        <a:bodyPr/>
        <a:lstStyle/>
        <a:p>
          <a:endParaRPr lang="en-IN"/>
        </a:p>
      </dgm:t>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t>
        <a:bodyPr/>
        <a:lstStyle/>
        <a:p>
          <a:endParaRPr lang="en-IN"/>
        </a:p>
      </dgm:t>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custScaleY="119068"/>
      <dgm:spPr/>
      <dgm:t>
        <a:bodyPr/>
        <a:lstStyle/>
        <a:p>
          <a:endParaRPr lang="en-IN"/>
        </a:p>
      </dgm:t>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t>
        <a:bodyPr/>
        <a:lstStyle/>
        <a:p>
          <a:endParaRPr lang="en-IN"/>
        </a:p>
      </dgm:t>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custScaleY="180247" custLinFactNeighborX="1343" custLinFactNeighborY="1372"/>
      <dgm:spPr/>
      <dgm:t>
        <a:bodyPr/>
        <a:lstStyle/>
        <a:p>
          <a:endParaRPr lang="en-IN"/>
        </a:p>
      </dgm:t>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t>
        <a:bodyPr/>
        <a:lstStyle/>
        <a:p>
          <a:endParaRPr lang="en-IN"/>
        </a:p>
      </dgm:t>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custScaleY="165963" custLinFactNeighborX="0" custLinFactNeighborY="-13486"/>
      <dgm:spPr/>
      <dgm:t>
        <a:bodyPr/>
        <a:lstStyle/>
        <a:p>
          <a:endParaRPr lang="en-IN"/>
        </a:p>
      </dgm:t>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t>
        <a:bodyPr/>
        <a:lstStyle/>
        <a:p>
          <a:endParaRPr lang="en-IN"/>
        </a:p>
      </dgm:t>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custScaleY="196322" custLinFactNeighborY="-298"/>
      <dgm:spPr/>
      <dgm:t>
        <a:bodyPr/>
        <a:lstStyle/>
        <a:p>
          <a:endParaRPr lang="en-IN"/>
        </a:p>
      </dgm:t>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252B4FF4-6466-43C7-8436-08B55881B5BC}" type="presOf" srcId="{FD9CA14A-483C-4869-B0C1-7C5FB7EEDBCC}" destId="{E0D48281-565D-47A3-9B6C-576231178549}"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4CE397A6-DB48-4AAE-BCFB-3D992789379D}" type="presOf" srcId="{5E71F362-34DF-4EEC-92A3-0EFE450E05E4}" destId="{BA29120C-7C6B-4F62-9079-4AD528BC0744}"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537F2ED0-8BD0-4AD5-B60D-89B660EDA1AC}" srcId="{A66480AC-C0DE-4E5E-9ECD-9AE37E3FCB79}" destId="{91969DED-4CB8-4A14-A50B-3F7B848E46B5}" srcOrd="1" destOrd="0" parTransId="{441CD73D-85E1-42A6-BCF8-362A3247E2F3}" sibTransId="{81CA8AA2-C0C3-4381-BA8B-413EDD578B83}"/>
    <dgm:cxn modelId="{E5C7B693-D4EE-4A4E-97D1-4621CA0D3E91}" type="presOf" srcId="{A8C03FBB-4A75-4460-AEA6-DEAEB9C61496}" destId="{FE5C7F33-9326-49FB-89A3-8A20163AD994}"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403E30EA-CA23-4A5A-9D22-DF82F93CFF08}" type="presOf" srcId="{A66480AC-C0DE-4E5E-9ECD-9AE37E3FCB79}" destId="{9FFA803F-EA25-49D8-A073-96E9747E345F}" srcOrd="0" destOrd="0" presId="urn:microsoft.com/office/officeart/2016/7/layout/BasicTimeline"/>
    <dgm:cxn modelId="{4A69F85D-5C15-48FD-893A-B3050E1BADEB}" srcId="{A66480AC-C0DE-4E5E-9ECD-9AE37E3FCB79}" destId="{3CC73758-10C1-47F8-AFA7-1A986D4DDD60}" srcOrd="2" destOrd="0" parTransId="{FF6AE4B6-4A2F-49EE-9316-9AF55E77838B}" sibTransId="{D8170BBA-6035-4773-8431-FEDD687647FF}"/>
    <dgm:cxn modelId="{B99CA6C9-28D1-4DDB-B8EC-AED73AD115CA}" srcId="{A8C03FBB-4A75-4460-AEA6-DEAEB9C61496}" destId="{5E71F362-34DF-4EEC-92A3-0EFE450E05E4}" srcOrd="0" destOrd="0" parTransId="{8E5EE4D1-908E-455C-B8B3-281AD42DEC9A}" sibTransId="{B208B24A-E9FD-40A9-B764-FB7C2B7ED8B9}"/>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CB32A309-9CA9-4554-941D-519A91A9E733}" srcId="{D2FE027B-4161-41E1-B4D4-02AECB2E3FA0}" destId="{2BE415B7-7185-4956-8487-237B40BC0EE5}" srcOrd="0" destOrd="0" parTransId="{A38E847E-0D1D-4F40-9A71-4D5999ADE08B}" sibTransId="{F0D1C61C-E3F2-49BA-A2D8-C04A81308E5D}"/>
    <dgm:cxn modelId="{5EDA943F-300F-408A-A52E-3D5140FD5C22}" srcId="{3CC73758-10C1-47F8-AFA7-1A986D4DDD60}" destId="{FD9CA14A-483C-4869-B0C1-7C5FB7EEDBCC}" srcOrd="0" destOrd="0" parTransId="{8182A92F-45BA-4CD1-8E43-0B0810A50FEB}" sibTransId="{914BB93C-EA8A-4B5B-8F06-30DA7C7F4B7B}"/>
    <dgm:cxn modelId="{64516513-C9B3-4B52-A434-6178ACAB3599}" type="presOf" srcId="{91969DED-4CB8-4A14-A50B-3F7B848E46B5}" destId="{60D0713D-AF69-4AF8-B071-F65622790886}" srcOrd="0" destOrd="0" presId="urn:microsoft.com/office/officeart/2016/7/layout/BasicTimeline"/>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7551D5-1974-4FCD-9199-E30D62193AEA}"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IN"/>
        </a:p>
      </dgm:t>
    </dgm:pt>
    <dgm:pt modelId="{3B50C4D6-1BD8-49C3-97DE-EE90F702E81C}">
      <dgm:prSet phldrT="[Text]" phldr="0"/>
      <dgm:spPr>
        <a:solidFill>
          <a:schemeClr val="bg1"/>
        </a:solidFill>
      </dgm:spPr>
      <dgm:t>
        <a:bodyPr/>
        <a:lstStyle/>
        <a:p>
          <a:r>
            <a:rPr lang="en-US" b="1" dirty="0">
              <a:solidFill>
                <a:schemeClr val="tx1">
                  <a:lumMod val="95000"/>
                  <a:lumOff val="5000"/>
                </a:schemeClr>
              </a:solidFill>
            </a:rPr>
            <a:t>Server Initialization</a:t>
          </a:r>
          <a:endParaRPr lang="en-IN" b="1" dirty="0">
            <a:solidFill>
              <a:schemeClr val="tx1">
                <a:lumMod val="95000"/>
                <a:lumOff val="5000"/>
              </a:schemeClr>
            </a:solidFill>
          </a:endParaRPr>
        </a:p>
      </dgm:t>
    </dgm:pt>
    <dgm:pt modelId="{EC65B5DF-9FE8-4CD8-95A0-F92D79C01BAE}" type="parTrans" cxnId="{D303A559-4140-4479-AF13-AC7CFD4452FF}">
      <dgm:prSet/>
      <dgm:spPr/>
      <dgm:t>
        <a:bodyPr/>
        <a:lstStyle/>
        <a:p>
          <a:endParaRPr lang="en-IN"/>
        </a:p>
      </dgm:t>
    </dgm:pt>
    <dgm:pt modelId="{86D09122-475A-45EB-B840-4833E31C59EC}" type="sibTrans" cxnId="{D303A559-4140-4479-AF13-AC7CFD4452FF}">
      <dgm:prSet/>
      <dgm:spPr/>
      <dgm:t>
        <a:bodyPr/>
        <a:lstStyle/>
        <a:p>
          <a:endParaRPr lang="en-IN"/>
        </a:p>
      </dgm:t>
    </dgm:pt>
    <dgm:pt modelId="{2B566B72-DE65-4342-AE19-A1AB19FCB31F}">
      <dgm:prSet phldrT="[Text]" phldr="0"/>
      <dgm:spPr>
        <a:solidFill>
          <a:schemeClr val="bg1"/>
        </a:solidFill>
      </dgm:spPr>
      <dgm:t>
        <a:bodyPr/>
        <a:lstStyle/>
        <a:p>
          <a:r>
            <a:rPr lang="en-US" b="1" dirty="0">
              <a:solidFill>
                <a:schemeClr val="tx1">
                  <a:lumMod val="95000"/>
                  <a:lumOff val="5000"/>
                </a:schemeClr>
              </a:solidFill>
            </a:rPr>
            <a:t>Thread Assignment</a:t>
          </a:r>
          <a:endParaRPr lang="en-IN" b="1" dirty="0">
            <a:solidFill>
              <a:schemeClr val="tx1">
                <a:lumMod val="95000"/>
                <a:lumOff val="5000"/>
              </a:schemeClr>
            </a:solidFill>
          </a:endParaRPr>
        </a:p>
      </dgm:t>
    </dgm:pt>
    <dgm:pt modelId="{3507B9FC-541B-4454-8093-34521EC5A4DF}" type="parTrans" cxnId="{BFB89253-EB18-4C3F-9ACF-0B9FC7A498B6}">
      <dgm:prSet/>
      <dgm:spPr/>
      <dgm:t>
        <a:bodyPr/>
        <a:lstStyle/>
        <a:p>
          <a:endParaRPr lang="en-IN"/>
        </a:p>
      </dgm:t>
    </dgm:pt>
    <dgm:pt modelId="{BA3016FA-B02D-40FF-93CF-75BE7CB59886}" type="sibTrans" cxnId="{BFB89253-EB18-4C3F-9ACF-0B9FC7A498B6}">
      <dgm:prSet/>
      <dgm:spPr/>
      <dgm:t>
        <a:bodyPr/>
        <a:lstStyle/>
        <a:p>
          <a:endParaRPr lang="en-IN"/>
        </a:p>
      </dgm:t>
    </dgm:pt>
    <dgm:pt modelId="{BED96814-9654-4A21-A0C7-AC36880754B0}">
      <dgm:prSet phldrT="[Text]" phldr="0" custT="1"/>
      <dgm:spPr>
        <a:solidFill>
          <a:schemeClr val="bg1"/>
        </a:solidFill>
      </dgm:spPr>
      <dgm:t>
        <a:bodyPr/>
        <a:lstStyle/>
        <a:p>
          <a:r>
            <a:rPr lang="en-US" sz="1500" b="1" dirty="0">
              <a:solidFill>
                <a:schemeClr val="tx1">
                  <a:lumMod val="95000"/>
                  <a:lumOff val="5000"/>
                </a:schemeClr>
              </a:solidFill>
            </a:rPr>
            <a:t>Message</a:t>
          </a:r>
        </a:p>
        <a:p>
          <a:r>
            <a:rPr lang="en-US" sz="1400" b="1" dirty="0">
              <a:solidFill>
                <a:schemeClr val="tx1">
                  <a:lumMod val="95000"/>
                  <a:lumOff val="5000"/>
                </a:schemeClr>
              </a:solidFill>
            </a:rPr>
            <a:t>Transmission</a:t>
          </a:r>
          <a:endParaRPr lang="en-IN" sz="1400" b="1" dirty="0">
            <a:solidFill>
              <a:schemeClr val="tx1">
                <a:lumMod val="95000"/>
                <a:lumOff val="5000"/>
              </a:schemeClr>
            </a:solidFill>
          </a:endParaRPr>
        </a:p>
      </dgm:t>
    </dgm:pt>
    <dgm:pt modelId="{4829B306-37F0-42E8-8929-CFE454266806}" type="parTrans" cxnId="{979565B4-0E3B-4B0F-8CA7-D509563C0C8E}">
      <dgm:prSet/>
      <dgm:spPr/>
      <dgm:t>
        <a:bodyPr/>
        <a:lstStyle/>
        <a:p>
          <a:endParaRPr lang="en-IN"/>
        </a:p>
      </dgm:t>
    </dgm:pt>
    <dgm:pt modelId="{4F58C50A-4E58-45A3-93B8-BE032EDBF300}" type="sibTrans" cxnId="{979565B4-0E3B-4B0F-8CA7-D509563C0C8E}">
      <dgm:prSet/>
      <dgm:spPr/>
      <dgm:t>
        <a:bodyPr/>
        <a:lstStyle/>
        <a:p>
          <a:endParaRPr lang="en-IN"/>
        </a:p>
      </dgm:t>
    </dgm:pt>
    <dgm:pt modelId="{7D9EF22E-DF55-4F8A-9D95-4E3D5DF51AF7}">
      <dgm:prSet phldrT="[Text]" phldr="0" custT="1"/>
      <dgm:spPr>
        <a:solidFill>
          <a:schemeClr val="bg1"/>
        </a:solidFill>
      </dgm:spPr>
      <dgm:t>
        <a:bodyPr/>
        <a:lstStyle/>
        <a:p>
          <a:r>
            <a:rPr lang="en-US" sz="1500" b="1" dirty="0">
              <a:solidFill>
                <a:schemeClr val="tx1">
                  <a:lumMod val="95000"/>
                  <a:lumOff val="5000"/>
                </a:schemeClr>
              </a:solidFill>
            </a:rPr>
            <a:t>Client Reception</a:t>
          </a:r>
          <a:endParaRPr lang="en-IN" sz="1500" b="1" dirty="0">
            <a:solidFill>
              <a:schemeClr val="tx1">
                <a:lumMod val="95000"/>
                <a:lumOff val="5000"/>
              </a:schemeClr>
            </a:solidFill>
          </a:endParaRPr>
        </a:p>
      </dgm:t>
    </dgm:pt>
    <dgm:pt modelId="{CBB9BCD7-21FC-4114-A7C4-2C19EFCA2682}" type="parTrans" cxnId="{05B549AB-C5F7-4AB2-8147-BA3B0CBC423D}">
      <dgm:prSet/>
      <dgm:spPr/>
      <dgm:t>
        <a:bodyPr/>
        <a:lstStyle/>
        <a:p>
          <a:endParaRPr lang="en-IN"/>
        </a:p>
      </dgm:t>
    </dgm:pt>
    <dgm:pt modelId="{BB2FE29A-B06A-4804-98A2-606089D0A7A3}" type="sibTrans" cxnId="{05B549AB-C5F7-4AB2-8147-BA3B0CBC423D}">
      <dgm:prSet/>
      <dgm:spPr/>
      <dgm:t>
        <a:bodyPr/>
        <a:lstStyle/>
        <a:p>
          <a:endParaRPr lang="en-IN"/>
        </a:p>
      </dgm:t>
    </dgm:pt>
    <dgm:pt modelId="{E0C587C8-CBCC-4DF5-BC48-791B5BDE3356}">
      <dgm:prSet phldrT="[Text]" phldr="0"/>
      <dgm:spPr>
        <a:solidFill>
          <a:schemeClr val="bg1"/>
        </a:solidFill>
      </dgm:spPr>
      <dgm:t>
        <a:bodyPr/>
        <a:lstStyle/>
        <a:p>
          <a:r>
            <a:rPr lang="en-US" b="1" dirty="0">
              <a:solidFill>
                <a:schemeClr val="tx1">
                  <a:lumMod val="95000"/>
                  <a:lumOff val="5000"/>
                </a:schemeClr>
              </a:solidFill>
            </a:rPr>
            <a:t>Client Connection</a:t>
          </a:r>
          <a:endParaRPr lang="en-IN" b="1" dirty="0">
            <a:solidFill>
              <a:schemeClr val="tx1">
                <a:lumMod val="95000"/>
                <a:lumOff val="5000"/>
              </a:schemeClr>
            </a:solidFill>
          </a:endParaRPr>
        </a:p>
      </dgm:t>
    </dgm:pt>
    <dgm:pt modelId="{03379EFA-1E5C-4067-A0E5-52E1887240F7}" type="parTrans" cxnId="{53D686BC-4449-4DE8-8DA7-7C9883F38171}">
      <dgm:prSet/>
      <dgm:spPr/>
      <dgm:t>
        <a:bodyPr/>
        <a:lstStyle/>
        <a:p>
          <a:endParaRPr lang="en-IN"/>
        </a:p>
      </dgm:t>
    </dgm:pt>
    <dgm:pt modelId="{4BF68AAD-B972-46D1-84AF-A8B11AC7113D}" type="sibTrans" cxnId="{53D686BC-4449-4DE8-8DA7-7C9883F38171}">
      <dgm:prSet/>
      <dgm:spPr/>
      <dgm:t>
        <a:bodyPr/>
        <a:lstStyle/>
        <a:p>
          <a:endParaRPr lang="en-IN"/>
        </a:p>
      </dgm:t>
    </dgm:pt>
    <dgm:pt modelId="{F438E86C-EEBE-47E2-A842-C90F02C7EF22}" type="pres">
      <dgm:prSet presAssocID="{097551D5-1974-4FCD-9199-E30D62193AEA}" presName="cycle" presStyleCnt="0">
        <dgm:presLayoutVars>
          <dgm:dir/>
          <dgm:resizeHandles val="exact"/>
        </dgm:presLayoutVars>
      </dgm:prSet>
      <dgm:spPr/>
      <dgm:t>
        <a:bodyPr/>
        <a:lstStyle/>
        <a:p>
          <a:endParaRPr lang="en-IN"/>
        </a:p>
      </dgm:t>
    </dgm:pt>
    <dgm:pt modelId="{FEF426FD-2F46-40D7-BE1C-4DDAE0505CEA}" type="pres">
      <dgm:prSet presAssocID="{3B50C4D6-1BD8-49C3-97DE-EE90F702E81C}" presName="node" presStyleLbl="node1" presStyleIdx="0" presStyleCnt="5" custRadScaleRad="98358" custRadScaleInc="2003">
        <dgm:presLayoutVars>
          <dgm:bulletEnabled val="1"/>
        </dgm:presLayoutVars>
      </dgm:prSet>
      <dgm:spPr/>
      <dgm:t>
        <a:bodyPr/>
        <a:lstStyle/>
        <a:p>
          <a:endParaRPr lang="en-IN"/>
        </a:p>
      </dgm:t>
    </dgm:pt>
    <dgm:pt modelId="{D323A9AA-43BA-4F33-BD64-B535BAC92249}" type="pres">
      <dgm:prSet presAssocID="{86D09122-475A-45EB-B840-4833E31C59EC}" presName="sibTrans" presStyleLbl="sibTrans2D1" presStyleIdx="0" presStyleCnt="5"/>
      <dgm:spPr/>
      <dgm:t>
        <a:bodyPr/>
        <a:lstStyle/>
        <a:p>
          <a:endParaRPr lang="en-IN"/>
        </a:p>
      </dgm:t>
    </dgm:pt>
    <dgm:pt modelId="{54D4134C-1AD0-4FD6-A84D-5BAADD9472C2}" type="pres">
      <dgm:prSet presAssocID="{86D09122-475A-45EB-B840-4833E31C59EC}" presName="connectorText" presStyleLbl="sibTrans2D1" presStyleIdx="0" presStyleCnt="5"/>
      <dgm:spPr/>
      <dgm:t>
        <a:bodyPr/>
        <a:lstStyle/>
        <a:p>
          <a:endParaRPr lang="en-IN"/>
        </a:p>
      </dgm:t>
    </dgm:pt>
    <dgm:pt modelId="{3C5DFAD0-DD07-4526-A973-39EB037D9C3C}" type="pres">
      <dgm:prSet presAssocID="{2B566B72-DE65-4342-AE19-A1AB19FCB31F}" presName="node" presStyleLbl="node1" presStyleIdx="1" presStyleCnt="5">
        <dgm:presLayoutVars>
          <dgm:bulletEnabled val="1"/>
        </dgm:presLayoutVars>
      </dgm:prSet>
      <dgm:spPr/>
      <dgm:t>
        <a:bodyPr/>
        <a:lstStyle/>
        <a:p>
          <a:endParaRPr lang="en-IN"/>
        </a:p>
      </dgm:t>
    </dgm:pt>
    <dgm:pt modelId="{264C71DA-18EE-4A65-A0E6-6C0560286866}" type="pres">
      <dgm:prSet presAssocID="{BA3016FA-B02D-40FF-93CF-75BE7CB59886}" presName="sibTrans" presStyleLbl="sibTrans2D1" presStyleIdx="1" presStyleCnt="5"/>
      <dgm:spPr/>
      <dgm:t>
        <a:bodyPr/>
        <a:lstStyle/>
        <a:p>
          <a:endParaRPr lang="en-IN"/>
        </a:p>
      </dgm:t>
    </dgm:pt>
    <dgm:pt modelId="{11CD4537-4B20-4258-A7EC-97D9E95FAD54}" type="pres">
      <dgm:prSet presAssocID="{BA3016FA-B02D-40FF-93CF-75BE7CB59886}" presName="connectorText" presStyleLbl="sibTrans2D1" presStyleIdx="1" presStyleCnt="5"/>
      <dgm:spPr/>
      <dgm:t>
        <a:bodyPr/>
        <a:lstStyle/>
        <a:p>
          <a:endParaRPr lang="en-IN"/>
        </a:p>
      </dgm:t>
    </dgm:pt>
    <dgm:pt modelId="{C10F5F28-D055-4B9A-92B3-F4F126C7F1DA}" type="pres">
      <dgm:prSet presAssocID="{BED96814-9654-4A21-A0C7-AC36880754B0}" presName="node" presStyleLbl="node1" presStyleIdx="2" presStyleCnt="5" custScaleX="111487" custRadScaleRad="100057" custRadScaleInc="66">
        <dgm:presLayoutVars>
          <dgm:bulletEnabled val="1"/>
        </dgm:presLayoutVars>
      </dgm:prSet>
      <dgm:spPr/>
      <dgm:t>
        <a:bodyPr/>
        <a:lstStyle/>
        <a:p>
          <a:endParaRPr lang="en-IN"/>
        </a:p>
      </dgm:t>
    </dgm:pt>
    <dgm:pt modelId="{1286F1DD-E894-44FF-AB56-6F8D8D97BD61}" type="pres">
      <dgm:prSet presAssocID="{4F58C50A-4E58-45A3-93B8-BE032EDBF300}" presName="sibTrans" presStyleLbl="sibTrans2D1" presStyleIdx="2" presStyleCnt="5"/>
      <dgm:spPr/>
      <dgm:t>
        <a:bodyPr/>
        <a:lstStyle/>
        <a:p>
          <a:endParaRPr lang="en-IN"/>
        </a:p>
      </dgm:t>
    </dgm:pt>
    <dgm:pt modelId="{6B3E8EC1-A87A-4631-BFDB-571861907CE2}" type="pres">
      <dgm:prSet presAssocID="{4F58C50A-4E58-45A3-93B8-BE032EDBF300}" presName="connectorText" presStyleLbl="sibTrans2D1" presStyleIdx="2" presStyleCnt="5"/>
      <dgm:spPr/>
      <dgm:t>
        <a:bodyPr/>
        <a:lstStyle/>
        <a:p>
          <a:endParaRPr lang="en-IN"/>
        </a:p>
      </dgm:t>
    </dgm:pt>
    <dgm:pt modelId="{A2822E29-F58C-494F-901E-475E349622D1}" type="pres">
      <dgm:prSet presAssocID="{7D9EF22E-DF55-4F8A-9D95-4E3D5DF51AF7}" presName="node" presStyleLbl="node1" presStyleIdx="3" presStyleCnt="5">
        <dgm:presLayoutVars>
          <dgm:bulletEnabled val="1"/>
        </dgm:presLayoutVars>
      </dgm:prSet>
      <dgm:spPr/>
      <dgm:t>
        <a:bodyPr/>
        <a:lstStyle/>
        <a:p>
          <a:endParaRPr lang="en-IN"/>
        </a:p>
      </dgm:t>
    </dgm:pt>
    <dgm:pt modelId="{B4C2CA26-78F8-4D2E-8096-931FC24363F3}" type="pres">
      <dgm:prSet presAssocID="{BB2FE29A-B06A-4804-98A2-606089D0A7A3}" presName="sibTrans" presStyleLbl="sibTrans2D1" presStyleIdx="3" presStyleCnt="5"/>
      <dgm:spPr/>
      <dgm:t>
        <a:bodyPr/>
        <a:lstStyle/>
        <a:p>
          <a:endParaRPr lang="en-IN"/>
        </a:p>
      </dgm:t>
    </dgm:pt>
    <dgm:pt modelId="{784C0E01-1860-444D-8283-DE3B33A49FC3}" type="pres">
      <dgm:prSet presAssocID="{BB2FE29A-B06A-4804-98A2-606089D0A7A3}" presName="connectorText" presStyleLbl="sibTrans2D1" presStyleIdx="3" presStyleCnt="5"/>
      <dgm:spPr/>
      <dgm:t>
        <a:bodyPr/>
        <a:lstStyle/>
        <a:p>
          <a:endParaRPr lang="en-IN"/>
        </a:p>
      </dgm:t>
    </dgm:pt>
    <dgm:pt modelId="{72517735-D8D2-4EFB-ACA7-1E6E32274C44}" type="pres">
      <dgm:prSet presAssocID="{E0C587C8-CBCC-4DF5-BC48-791B5BDE3356}" presName="node" presStyleLbl="node1" presStyleIdx="4" presStyleCnt="5">
        <dgm:presLayoutVars>
          <dgm:bulletEnabled val="1"/>
        </dgm:presLayoutVars>
      </dgm:prSet>
      <dgm:spPr/>
      <dgm:t>
        <a:bodyPr/>
        <a:lstStyle/>
        <a:p>
          <a:endParaRPr lang="en-IN"/>
        </a:p>
      </dgm:t>
    </dgm:pt>
    <dgm:pt modelId="{2DD9468E-F668-4F9F-B6BE-C73B41D229E0}" type="pres">
      <dgm:prSet presAssocID="{4BF68AAD-B972-46D1-84AF-A8B11AC7113D}" presName="sibTrans" presStyleLbl="sibTrans2D1" presStyleIdx="4" presStyleCnt="5"/>
      <dgm:spPr/>
      <dgm:t>
        <a:bodyPr/>
        <a:lstStyle/>
        <a:p>
          <a:endParaRPr lang="en-IN"/>
        </a:p>
      </dgm:t>
    </dgm:pt>
    <dgm:pt modelId="{90EB4ADD-7EDA-44C5-8EE1-BB0F64D27157}" type="pres">
      <dgm:prSet presAssocID="{4BF68AAD-B972-46D1-84AF-A8B11AC7113D}" presName="connectorText" presStyleLbl="sibTrans2D1" presStyleIdx="4" presStyleCnt="5"/>
      <dgm:spPr/>
      <dgm:t>
        <a:bodyPr/>
        <a:lstStyle/>
        <a:p>
          <a:endParaRPr lang="en-IN"/>
        </a:p>
      </dgm:t>
    </dgm:pt>
  </dgm:ptLst>
  <dgm:cxnLst>
    <dgm:cxn modelId="{944F9EC8-273A-485E-814C-57F464E3EC26}" type="presOf" srcId="{BA3016FA-B02D-40FF-93CF-75BE7CB59886}" destId="{264C71DA-18EE-4A65-A0E6-6C0560286866}" srcOrd="0" destOrd="0" presId="urn:microsoft.com/office/officeart/2005/8/layout/cycle2"/>
    <dgm:cxn modelId="{14AB4028-29C9-4D39-A5A8-514C69391D58}" type="presOf" srcId="{7D9EF22E-DF55-4F8A-9D95-4E3D5DF51AF7}" destId="{A2822E29-F58C-494F-901E-475E349622D1}" srcOrd="0" destOrd="0" presId="urn:microsoft.com/office/officeart/2005/8/layout/cycle2"/>
    <dgm:cxn modelId="{D0822DFC-11C5-4327-B89C-9922C64AD92C}" type="presOf" srcId="{4F58C50A-4E58-45A3-93B8-BE032EDBF300}" destId="{1286F1DD-E894-44FF-AB56-6F8D8D97BD61}" srcOrd="0" destOrd="0" presId="urn:microsoft.com/office/officeart/2005/8/layout/cycle2"/>
    <dgm:cxn modelId="{979565B4-0E3B-4B0F-8CA7-D509563C0C8E}" srcId="{097551D5-1974-4FCD-9199-E30D62193AEA}" destId="{BED96814-9654-4A21-A0C7-AC36880754B0}" srcOrd="2" destOrd="0" parTransId="{4829B306-37F0-42E8-8929-CFE454266806}" sibTransId="{4F58C50A-4E58-45A3-93B8-BE032EDBF300}"/>
    <dgm:cxn modelId="{6F7FA0EF-3864-4172-A692-A4C46A2F1BCF}" type="presOf" srcId="{4BF68AAD-B972-46D1-84AF-A8B11AC7113D}" destId="{2DD9468E-F668-4F9F-B6BE-C73B41D229E0}" srcOrd="0" destOrd="0" presId="urn:microsoft.com/office/officeart/2005/8/layout/cycle2"/>
    <dgm:cxn modelId="{2EC6D944-2DF8-40BF-AB55-4EF7B0902405}" type="presOf" srcId="{097551D5-1974-4FCD-9199-E30D62193AEA}" destId="{F438E86C-EEBE-47E2-A842-C90F02C7EF22}" srcOrd="0" destOrd="0" presId="urn:microsoft.com/office/officeart/2005/8/layout/cycle2"/>
    <dgm:cxn modelId="{D303A559-4140-4479-AF13-AC7CFD4452FF}" srcId="{097551D5-1974-4FCD-9199-E30D62193AEA}" destId="{3B50C4D6-1BD8-49C3-97DE-EE90F702E81C}" srcOrd="0" destOrd="0" parTransId="{EC65B5DF-9FE8-4CD8-95A0-F92D79C01BAE}" sibTransId="{86D09122-475A-45EB-B840-4833E31C59EC}"/>
    <dgm:cxn modelId="{AD5C52D3-CBB0-4A70-AE4B-F1A60C2EB7CF}" type="presOf" srcId="{BB2FE29A-B06A-4804-98A2-606089D0A7A3}" destId="{784C0E01-1860-444D-8283-DE3B33A49FC3}" srcOrd="1" destOrd="0" presId="urn:microsoft.com/office/officeart/2005/8/layout/cycle2"/>
    <dgm:cxn modelId="{05B549AB-C5F7-4AB2-8147-BA3B0CBC423D}" srcId="{097551D5-1974-4FCD-9199-E30D62193AEA}" destId="{7D9EF22E-DF55-4F8A-9D95-4E3D5DF51AF7}" srcOrd="3" destOrd="0" parTransId="{CBB9BCD7-21FC-4114-A7C4-2C19EFCA2682}" sibTransId="{BB2FE29A-B06A-4804-98A2-606089D0A7A3}"/>
    <dgm:cxn modelId="{3C5CDC3D-404B-48FF-AE81-6CCFE4E9F0FF}" type="presOf" srcId="{BED96814-9654-4A21-A0C7-AC36880754B0}" destId="{C10F5F28-D055-4B9A-92B3-F4F126C7F1DA}" srcOrd="0" destOrd="0" presId="urn:microsoft.com/office/officeart/2005/8/layout/cycle2"/>
    <dgm:cxn modelId="{53D686BC-4449-4DE8-8DA7-7C9883F38171}" srcId="{097551D5-1974-4FCD-9199-E30D62193AEA}" destId="{E0C587C8-CBCC-4DF5-BC48-791B5BDE3356}" srcOrd="4" destOrd="0" parTransId="{03379EFA-1E5C-4067-A0E5-52E1887240F7}" sibTransId="{4BF68AAD-B972-46D1-84AF-A8B11AC7113D}"/>
    <dgm:cxn modelId="{C7352642-67C6-4347-A45B-1B49BD46E67D}" type="presOf" srcId="{BB2FE29A-B06A-4804-98A2-606089D0A7A3}" destId="{B4C2CA26-78F8-4D2E-8096-931FC24363F3}" srcOrd="0" destOrd="0" presId="urn:microsoft.com/office/officeart/2005/8/layout/cycle2"/>
    <dgm:cxn modelId="{BFB89253-EB18-4C3F-9ACF-0B9FC7A498B6}" srcId="{097551D5-1974-4FCD-9199-E30D62193AEA}" destId="{2B566B72-DE65-4342-AE19-A1AB19FCB31F}" srcOrd="1" destOrd="0" parTransId="{3507B9FC-541B-4454-8093-34521EC5A4DF}" sibTransId="{BA3016FA-B02D-40FF-93CF-75BE7CB59886}"/>
    <dgm:cxn modelId="{0A30E752-92F1-4A5C-84CA-B3403AA1AD53}" type="presOf" srcId="{4F58C50A-4E58-45A3-93B8-BE032EDBF300}" destId="{6B3E8EC1-A87A-4631-BFDB-571861907CE2}" srcOrd="1" destOrd="0" presId="urn:microsoft.com/office/officeart/2005/8/layout/cycle2"/>
    <dgm:cxn modelId="{B799CA59-CE32-433F-A163-C6C9C82B2265}" type="presOf" srcId="{BA3016FA-B02D-40FF-93CF-75BE7CB59886}" destId="{11CD4537-4B20-4258-A7EC-97D9E95FAD54}" srcOrd="1" destOrd="0" presId="urn:microsoft.com/office/officeart/2005/8/layout/cycle2"/>
    <dgm:cxn modelId="{9AC461FA-6F28-4134-80FE-6CAD36837998}" type="presOf" srcId="{3B50C4D6-1BD8-49C3-97DE-EE90F702E81C}" destId="{FEF426FD-2F46-40D7-BE1C-4DDAE0505CEA}" srcOrd="0" destOrd="0" presId="urn:microsoft.com/office/officeart/2005/8/layout/cycle2"/>
    <dgm:cxn modelId="{5D23114C-BA67-4FBB-886C-C81DEC725C51}" type="presOf" srcId="{4BF68AAD-B972-46D1-84AF-A8B11AC7113D}" destId="{90EB4ADD-7EDA-44C5-8EE1-BB0F64D27157}" srcOrd="1" destOrd="0" presId="urn:microsoft.com/office/officeart/2005/8/layout/cycle2"/>
    <dgm:cxn modelId="{8F1017DC-8360-4AA8-AA2A-CD03372173F6}" type="presOf" srcId="{86D09122-475A-45EB-B840-4833E31C59EC}" destId="{54D4134C-1AD0-4FD6-A84D-5BAADD9472C2}" srcOrd="1" destOrd="0" presId="urn:microsoft.com/office/officeart/2005/8/layout/cycle2"/>
    <dgm:cxn modelId="{CB4EFC33-D4C2-4AC2-836B-4531E11B5698}" type="presOf" srcId="{2B566B72-DE65-4342-AE19-A1AB19FCB31F}" destId="{3C5DFAD0-DD07-4526-A973-39EB037D9C3C}" srcOrd="0" destOrd="0" presId="urn:microsoft.com/office/officeart/2005/8/layout/cycle2"/>
    <dgm:cxn modelId="{5FFA6BBC-FA4F-42C1-996A-66AAF13ACD5F}" type="presOf" srcId="{86D09122-475A-45EB-B840-4833E31C59EC}" destId="{D323A9AA-43BA-4F33-BD64-B535BAC92249}" srcOrd="0" destOrd="0" presId="urn:microsoft.com/office/officeart/2005/8/layout/cycle2"/>
    <dgm:cxn modelId="{AC409E10-3630-4827-9928-963E5DC9D80C}" type="presOf" srcId="{E0C587C8-CBCC-4DF5-BC48-791B5BDE3356}" destId="{72517735-D8D2-4EFB-ACA7-1E6E32274C44}" srcOrd="0" destOrd="0" presId="urn:microsoft.com/office/officeart/2005/8/layout/cycle2"/>
    <dgm:cxn modelId="{A1807A41-D576-4898-B7D6-8CE2D8F9C44F}" type="presParOf" srcId="{F438E86C-EEBE-47E2-A842-C90F02C7EF22}" destId="{FEF426FD-2F46-40D7-BE1C-4DDAE0505CEA}" srcOrd="0" destOrd="0" presId="urn:microsoft.com/office/officeart/2005/8/layout/cycle2"/>
    <dgm:cxn modelId="{ACD08757-E16B-4C16-A1A4-44DB1CE9908B}" type="presParOf" srcId="{F438E86C-EEBE-47E2-A842-C90F02C7EF22}" destId="{D323A9AA-43BA-4F33-BD64-B535BAC92249}" srcOrd="1" destOrd="0" presId="urn:microsoft.com/office/officeart/2005/8/layout/cycle2"/>
    <dgm:cxn modelId="{DD61E094-713C-4267-A964-46EF39573E09}" type="presParOf" srcId="{D323A9AA-43BA-4F33-BD64-B535BAC92249}" destId="{54D4134C-1AD0-4FD6-A84D-5BAADD9472C2}" srcOrd="0" destOrd="0" presId="urn:microsoft.com/office/officeart/2005/8/layout/cycle2"/>
    <dgm:cxn modelId="{5F5C6C62-80EB-4B3A-9F35-C74D356C7CDB}" type="presParOf" srcId="{F438E86C-EEBE-47E2-A842-C90F02C7EF22}" destId="{3C5DFAD0-DD07-4526-A973-39EB037D9C3C}" srcOrd="2" destOrd="0" presId="urn:microsoft.com/office/officeart/2005/8/layout/cycle2"/>
    <dgm:cxn modelId="{1D472F29-2994-47AC-8A41-53E0AED6EFDB}" type="presParOf" srcId="{F438E86C-EEBE-47E2-A842-C90F02C7EF22}" destId="{264C71DA-18EE-4A65-A0E6-6C0560286866}" srcOrd="3" destOrd="0" presId="urn:microsoft.com/office/officeart/2005/8/layout/cycle2"/>
    <dgm:cxn modelId="{602FD146-3676-4F46-B1D3-F907A31E933E}" type="presParOf" srcId="{264C71DA-18EE-4A65-A0E6-6C0560286866}" destId="{11CD4537-4B20-4258-A7EC-97D9E95FAD54}" srcOrd="0" destOrd="0" presId="urn:microsoft.com/office/officeart/2005/8/layout/cycle2"/>
    <dgm:cxn modelId="{225454C1-3622-4E03-912A-EDDEB873F95C}" type="presParOf" srcId="{F438E86C-EEBE-47E2-A842-C90F02C7EF22}" destId="{C10F5F28-D055-4B9A-92B3-F4F126C7F1DA}" srcOrd="4" destOrd="0" presId="urn:microsoft.com/office/officeart/2005/8/layout/cycle2"/>
    <dgm:cxn modelId="{A71FCBF1-26E4-4FA4-9742-67993DB33F76}" type="presParOf" srcId="{F438E86C-EEBE-47E2-A842-C90F02C7EF22}" destId="{1286F1DD-E894-44FF-AB56-6F8D8D97BD61}" srcOrd="5" destOrd="0" presId="urn:microsoft.com/office/officeart/2005/8/layout/cycle2"/>
    <dgm:cxn modelId="{377AA186-854D-4BB4-85CD-B2E3C600A193}" type="presParOf" srcId="{1286F1DD-E894-44FF-AB56-6F8D8D97BD61}" destId="{6B3E8EC1-A87A-4631-BFDB-571861907CE2}" srcOrd="0" destOrd="0" presId="urn:microsoft.com/office/officeart/2005/8/layout/cycle2"/>
    <dgm:cxn modelId="{1545E306-A8E9-4E3D-A8B3-5BC42D06A0BC}" type="presParOf" srcId="{F438E86C-EEBE-47E2-A842-C90F02C7EF22}" destId="{A2822E29-F58C-494F-901E-475E349622D1}" srcOrd="6" destOrd="0" presId="urn:microsoft.com/office/officeart/2005/8/layout/cycle2"/>
    <dgm:cxn modelId="{6715E537-1CB1-4EB9-AC8C-40AD05A3F86F}" type="presParOf" srcId="{F438E86C-EEBE-47E2-A842-C90F02C7EF22}" destId="{B4C2CA26-78F8-4D2E-8096-931FC24363F3}" srcOrd="7" destOrd="0" presId="urn:microsoft.com/office/officeart/2005/8/layout/cycle2"/>
    <dgm:cxn modelId="{3FBBD82D-7712-4833-A85B-B5555900429B}" type="presParOf" srcId="{B4C2CA26-78F8-4D2E-8096-931FC24363F3}" destId="{784C0E01-1860-444D-8283-DE3B33A49FC3}" srcOrd="0" destOrd="0" presId="urn:microsoft.com/office/officeart/2005/8/layout/cycle2"/>
    <dgm:cxn modelId="{CBD51122-5E44-48A3-A6E7-C94D4BE96C4D}" type="presParOf" srcId="{F438E86C-EEBE-47E2-A842-C90F02C7EF22}" destId="{72517735-D8D2-4EFB-ACA7-1E6E32274C44}" srcOrd="8" destOrd="0" presId="urn:microsoft.com/office/officeart/2005/8/layout/cycle2"/>
    <dgm:cxn modelId="{828A9D84-E3F1-48E4-9110-7F68AF4D8E5C}" type="presParOf" srcId="{F438E86C-EEBE-47E2-A842-C90F02C7EF22}" destId="{2DD9468E-F668-4F9F-B6BE-C73B41D229E0}" srcOrd="9" destOrd="0" presId="urn:microsoft.com/office/officeart/2005/8/layout/cycle2"/>
    <dgm:cxn modelId="{C391CA8A-19D6-47F3-BBDC-0CE3518D4B9B}" type="presParOf" srcId="{2DD9468E-F668-4F9F-B6BE-C73B41D229E0}" destId="{90EB4ADD-7EDA-44C5-8EE1-BB0F64D27157}"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48737"/>
          <a:ext cx="2679725" cy="4198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r>
            <a:rPr lang="en-US" sz="1400" kern="1200" dirty="0">
              <a:solidFill>
                <a:schemeClr val="accent2">
                  <a:lumMod val="60000"/>
                  <a:lumOff val="40000"/>
                </a:schemeClr>
              </a:solidFill>
              <a:latin typeface="+mn-lt"/>
            </a:rPr>
            <a:t>1</a:t>
          </a:r>
        </a:p>
      </dsp:txBody>
      <dsp:txXfrm>
        <a:off x="185195" y="2048737"/>
        <a:ext cx="2679725" cy="419829"/>
      </dsp:txXfrm>
    </dsp:sp>
    <dsp:sp modelId="{BA29120C-7C6B-4F62-9079-4AD528BC0744}">
      <dsp:nvSpPr>
        <dsp:cNvPr id="0" name=""/>
        <dsp:cNvSpPr/>
      </dsp:nvSpPr>
      <dsp:spPr>
        <a:xfrm>
          <a:off x="2486" y="177206"/>
          <a:ext cx="3045142" cy="106066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lvl="0" algn="ctr" defTabSz="800100">
            <a:lnSpc>
              <a:spcPct val="90000"/>
            </a:lnSpc>
            <a:spcBef>
              <a:spcPct val="0"/>
            </a:spcBef>
            <a:spcAft>
              <a:spcPct val="35000"/>
            </a:spcAft>
          </a:pPr>
          <a:r>
            <a:rPr lang="en-US" sz="1800" kern="1200" dirty="0">
              <a:latin typeface="+mn-lt"/>
            </a:rPr>
            <a:t>Project Planning &amp; Requirement Analysis</a:t>
          </a:r>
        </a:p>
      </dsp:txBody>
      <dsp:txXfrm>
        <a:off x="54263" y="228983"/>
        <a:ext cx="2941588" cy="957106"/>
      </dsp:txXfrm>
    </dsp:sp>
    <dsp:sp modelId="{A95DB80B-444A-4D69-B205-3A801BB8524A}">
      <dsp:nvSpPr>
        <dsp:cNvPr id="0" name=""/>
        <dsp:cNvSpPr/>
      </dsp:nvSpPr>
      <dsp:spPr>
        <a:xfrm>
          <a:off x="1525057" y="1195402"/>
          <a:ext cx="0" cy="70590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A19A0AA-8B0B-4AA8-A80D-08CFFDD3F112}">
      <dsp:nvSpPr>
        <dsp:cNvPr id="0" name=""/>
        <dsp:cNvSpPr/>
      </dsp:nvSpPr>
      <dsp:spPr>
        <a:xfrm>
          <a:off x="1496744" y="1881782"/>
          <a:ext cx="56626" cy="557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D0713D-AF69-4AF8-B071-F65622790886}">
      <dsp:nvSpPr>
        <dsp:cNvPr id="0" name=""/>
        <dsp:cNvSpPr/>
      </dsp:nvSpPr>
      <dsp:spPr>
        <a:xfrm>
          <a:off x="1951377" y="1502269"/>
          <a:ext cx="2679725" cy="2102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r>
            <a:rPr lang="en-US" sz="1400" kern="1200" dirty="0">
              <a:solidFill>
                <a:schemeClr val="accent2">
                  <a:lumMod val="60000"/>
                  <a:lumOff val="40000"/>
                </a:schemeClr>
              </a:solidFill>
              <a:latin typeface="+mn-lt"/>
            </a:rPr>
            <a:t>4</a:t>
          </a:r>
        </a:p>
      </dsp:txBody>
      <dsp:txXfrm>
        <a:off x="1951377" y="1502269"/>
        <a:ext cx="2679725" cy="210266"/>
      </dsp:txXfrm>
    </dsp:sp>
    <dsp:sp modelId="{DADAA0C9-3E42-4088-8622-30E9F6EA139A}">
      <dsp:nvSpPr>
        <dsp:cNvPr id="0" name=""/>
        <dsp:cNvSpPr/>
      </dsp:nvSpPr>
      <dsp:spPr>
        <a:xfrm>
          <a:off x="1809565" y="2562261"/>
          <a:ext cx="3045142" cy="1039734"/>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lvl="0" algn="ctr" defTabSz="800100">
            <a:lnSpc>
              <a:spcPct val="90000"/>
            </a:lnSpc>
            <a:spcBef>
              <a:spcPct val="0"/>
            </a:spcBef>
            <a:spcAft>
              <a:spcPct val="35000"/>
            </a:spcAft>
          </a:pPr>
          <a:r>
            <a:rPr lang="en-US" sz="1800" kern="1200" dirty="0">
              <a:latin typeface="+mn-lt"/>
            </a:rPr>
            <a:t>Testing &amp; Final Review</a:t>
          </a:r>
        </a:p>
      </dsp:txBody>
      <dsp:txXfrm>
        <a:off x="1860321" y="2613017"/>
        <a:ext cx="2943630" cy="938222"/>
      </dsp:txXfrm>
    </dsp:sp>
    <dsp:sp modelId="{DBD74D6B-057A-432C-9067-BF618C19EB2A}">
      <dsp:nvSpPr>
        <dsp:cNvPr id="0" name=""/>
        <dsp:cNvSpPr/>
      </dsp:nvSpPr>
      <dsp:spPr>
        <a:xfrm>
          <a:off x="3291240" y="2068530"/>
          <a:ext cx="0" cy="353546"/>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F979253-FD39-4920-BFCA-78C564B167EA}">
      <dsp:nvSpPr>
        <dsp:cNvPr id="0" name=""/>
        <dsp:cNvSpPr/>
      </dsp:nvSpPr>
      <dsp:spPr>
        <a:xfrm>
          <a:off x="3262927" y="2054575"/>
          <a:ext cx="56626" cy="2791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12D073-0B15-4887-9DCE-A27BCACBC178}">
      <dsp:nvSpPr>
        <dsp:cNvPr id="0" name=""/>
        <dsp:cNvSpPr/>
      </dsp:nvSpPr>
      <dsp:spPr>
        <a:xfrm>
          <a:off x="3717560" y="2079089"/>
          <a:ext cx="2679725" cy="410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lvl="0" algn="ctr" defTabSz="622300">
            <a:lnSpc>
              <a:spcPct val="90000"/>
            </a:lnSpc>
            <a:spcBef>
              <a:spcPct val="0"/>
            </a:spcBef>
            <a:spcAft>
              <a:spcPct val="35000"/>
            </a:spcAft>
            <a:defRPr b="1"/>
          </a:pPr>
          <a:r>
            <a:rPr lang="en-US" sz="1400" kern="1200" dirty="0">
              <a:solidFill>
                <a:schemeClr val="accent2">
                  <a:lumMod val="60000"/>
                  <a:lumOff val="40000"/>
                </a:schemeClr>
              </a:solidFill>
              <a:latin typeface="+mn-lt"/>
            </a:rPr>
            <a:t>3</a:t>
          </a:r>
        </a:p>
      </dsp:txBody>
      <dsp:txXfrm>
        <a:off x="3717560" y="2079089"/>
        <a:ext cx="2679725" cy="410750"/>
      </dsp:txXfrm>
    </dsp:sp>
    <dsp:sp modelId="{E0D48281-565D-47A3-9B6C-576231178549}">
      <dsp:nvSpPr>
        <dsp:cNvPr id="0" name=""/>
        <dsp:cNvSpPr/>
      </dsp:nvSpPr>
      <dsp:spPr>
        <a:xfrm>
          <a:off x="3534851" y="220276"/>
          <a:ext cx="3045142" cy="1028574"/>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lvl="0" algn="ctr" defTabSz="800100">
            <a:lnSpc>
              <a:spcPct val="90000"/>
            </a:lnSpc>
            <a:spcBef>
              <a:spcPct val="0"/>
            </a:spcBef>
            <a:spcAft>
              <a:spcPct val="35000"/>
            </a:spcAft>
          </a:pPr>
          <a:r>
            <a:rPr lang="en-US" sz="1800" kern="1200" dirty="0">
              <a:latin typeface="+mn-lt"/>
            </a:rPr>
            <a:t> Implementation &amp; Coding</a:t>
          </a:r>
        </a:p>
      </dsp:txBody>
      <dsp:txXfrm>
        <a:off x="3585062" y="270487"/>
        <a:ext cx="2944720" cy="928152"/>
      </dsp:txXfrm>
    </dsp:sp>
    <dsp:sp modelId="{DCAE8A46-752C-4E82-84CE-E790E1F2918E}">
      <dsp:nvSpPr>
        <dsp:cNvPr id="0" name=""/>
        <dsp:cNvSpPr/>
      </dsp:nvSpPr>
      <dsp:spPr>
        <a:xfrm>
          <a:off x="5057422" y="1230229"/>
          <a:ext cx="0" cy="690643"/>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6459BF8-D2C3-4018-9C28-98667DC203F4}">
      <dsp:nvSpPr>
        <dsp:cNvPr id="0" name=""/>
        <dsp:cNvSpPr/>
      </dsp:nvSpPr>
      <dsp:spPr>
        <a:xfrm>
          <a:off x="5029109" y="1913467"/>
          <a:ext cx="56626" cy="54524"/>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82935D-BBBD-4420-826A-F71C517659B6}">
      <dsp:nvSpPr>
        <dsp:cNvPr id="0" name=""/>
        <dsp:cNvSpPr/>
      </dsp:nvSpPr>
      <dsp:spPr>
        <a:xfrm>
          <a:off x="5483742" y="1517737"/>
          <a:ext cx="2679725" cy="19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lvl="0" algn="ctr" defTabSz="622300">
            <a:lnSpc>
              <a:spcPct val="90000"/>
            </a:lnSpc>
            <a:spcBef>
              <a:spcPct val="0"/>
            </a:spcBef>
            <a:spcAft>
              <a:spcPct val="35000"/>
            </a:spcAft>
            <a:defRPr b="1"/>
          </a:pPr>
          <a:r>
            <a:rPr lang="en-US" sz="1400" kern="1200" dirty="0">
              <a:solidFill>
                <a:schemeClr val="accent2">
                  <a:lumMod val="60000"/>
                  <a:lumOff val="40000"/>
                </a:schemeClr>
              </a:solidFill>
              <a:latin typeface="+mn-lt"/>
            </a:rPr>
            <a:t>2</a:t>
          </a:r>
        </a:p>
      </dsp:txBody>
      <dsp:txXfrm>
        <a:off x="5483742" y="1517737"/>
        <a:ext cx="2679725" cy="191249"/>
      </dsp:txXfrm>
    </dsp:sp>
    <dsp:sp modelId="{6C3A59BD-6D45-4573-B098-8CB5207F194D}">
      <dsp:nvSpPr>
        <dsp:cNvPr id="0" name=""/>
        <dsp:cNvSpPr/>
      </dsp:nvSpPr>
      <dsp:spPr>
        <a:xfrm>
          <a:off x="5301034" y="2547015"/>
          <a:ext cx="3045142" cy="1030035"/>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lvl="0" algn="ctr" defTabSz="800100">
            <a:lnSpc>
              <a:spcPct val="90000"/>
            </a:lnSpc>
            <a:spcBef>
              <a:spcPct val="0"/>
            </a:spcBef>
            <a:spcAft>
              <a:spcPct val="35000"/>
            </a:spcAft>
          </a:pPr>
          <a:r>
            <a:rPr lang="en-US" sz="1800" kern="1200" dirty="0">
              <a:latin typeface="+mn-lt"/>
            </a:rPr>
            <a:t>System Design &amp; Architecture</a:t>
          </a:r>
        </a:p>
      </dsp:txBody>
      <dsp:txXfrm>
        <a:off x="5351316" y="2597297"/>
        <a:ext cx="2944578" cy="929471"/>
      </dsp:txXfrm>
    </dsp:sp>
    <dsp:sp modelId="{086FB9B1-82B2-4197-8B33-6E7FF94F8D2E}">
      <dsp:nvSpPr>
        <dsp:cNvPr id="0" name=""/>
        <dsp:cNvSpPr/>
      </dsp:nvSpPr>
      <dsp:spPr>
        <a:xfrm>
          <a:off x="6823605" y="2083998"/>
          <a:ext cx="0" cy="321569"/>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2071305"/>
          <a:ext cx="56626" cy="25387"/>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F426FD-2F46-40D7-BE1C-4DDAE0505CEA}">
      <dsp:nvSpPr>
        <dsp:cNvPr id="0" name=""/>
        <dsp:cNvSpPr/>
      </dsp:nvSpPr>
      <dsp:spPr>
        <a:xfrm>
          <a:off x="3044505" y="34372"/>
          <a:ext cx="1548912" cy="1548912"/>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1" kern="1200" dirty="0">
              <a:solidFill>
                <a:schemeClr val="tx1">
                  <a:lumMod val="95000"/>
                  <a:lumOff val="5000"/>
                </a:schemeClr>
              </a:solidFill>
            </a:rPr>
            <a:t>Server Initialization</a:t>
          </a:r>
          <a:endParaRPr lang="en-IN" sz="1400" b="1" kern="1200" dirty="0">
            <a:solidFill>
              <a:schemeClr val="tx1">
                <a:lumMod val="95000"/>
                <a:lumOff val="5000"/>
              </a:schemeClr>
            </a:solidFill>
          </a:endParaRPr>
        </a:p>
      </dsp:txBody>
      <dsp:txXfrm>
        <a:off x="3271338" y="261205"/>
        <a:ext cx="1095246" cy="1095246"/>
      </dsp:txXfrm>
    </dsp:sp>
    <dsp:sp modelId="{D323A9AA-43BA-4F33-BD64-B535BAC92249}">
      <dsp:nvSpPr>
        <dsp:cNvPr id="0" name=""/>
        <dsp:cNvSpPr/>
      </dsp:nvSpPr>
      <dsp:spPr>
        <a:xfrm rot="2141943">
          <a:off x="4543066" y="1208385"/>
          <a:ext cx="391433" cy="5227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IN" sz="1200" kern="1200"/>
        </a:p>
      </dsp:txBody>
      <dsp:txXfrm>
        <a:off x="4554099" y="1278674"/>
        <a:ext cx="274003" cy="313655"/>
      </dsp:txXfrm>
    </dsp:sp>
    <dsp:sp modelId="{3C5DFAD0-DD07-4526-A973-39EB037D9C3C}">
      <dsp:nvSpPr>
        <dsp:cNvPr id="0" name=""/>
        <dsp:cNvSpPr/>
      </dsp:nvSpPr>
      <dsp:spPr>
        <a:xfrm>
          <a:off x="4902141" y="1369172"/>
          <a:ext cx="1548912" cy="1548912"/>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1" kern="1200" dirty="0">
              <a:solidFill>
                <a:schemeClr val="tx1">
                  <a:lumMod val="95000"/>
                  <a:lumOff val="5000"/>
                </a:schemeClr>
              </a:solidFill>
            </a:rPr>
            <a:t>Thread Assignment</a:t>
          </a:r>
          <a:endParaRPr lang="en-IN" sz="1400" b="1" kern="1200" dirty="0">
            <a:solidFill>
              <a:schemeClr val="tx1">
                <a:lumMod val="95000"/>
                <a:lumOff val="5000"/>
              </a:schemeClr>
            </a:solidFill>
          </a:endParaRPr>
        </a:p>
      </dsp:txBody>
      <dsp:txXfrm>
        <a:off x="5128974" y="1596005"/>
        <a:ext cx="1095246" cy="1095246"/>
      </dsp:txXfrm>
    </dsp:sp>
    <dsp:sp modelId="{264C71DA-18EE-4A65-A0E6-6C0560286866}">
      <dsp:nvSpPr>
        <dsp:cNvPr id="0" name=""/>
        <dsp:cNvSpPr/>
      </dsp:nvSpPr>
      <dsp:spPr>
        <a:xfrm rot="6479365">
          <a:off x="5117388" y="2974748"/>
          <a:ext cx="408914" cy="5227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IN" sz="1200" kern="1200"/>
        </a:p>
      </dsp:txBody>
      <dsp:txXfrm rot="10800000">
        <a:off x="5197668" y="3020961"/>
        <a:ext cx="286240" cy="313655"/>
      </dsp:txXfrm>
    </dsp:sp>
    <dsp:sp modelId="{C10F5F28-D055-4B9A-92B3-F4F126C7F1DA}">
      <dsp:nvSpPr>
        <dsp:cNvPr id="0" name=""/>
        <dsp:cNvSpPr/>
      </dsp:nvSpPr>
      <dsp:spPr>
        <a:xfrm>
          <a:off x="4094267" y="3583147"/>
          <a:ext cx="1726836" cy="1548912"/>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kern="1200" dirty="0">
              <a:solidFill>
                <a:schemeClr val="tx1">
                  <a:lumMod val="95000"/>
                  <a:lumOff val="5000"/>
                </a:schemeClr>
              </a:solidFill>
            </a:rPr>
            <a:t>Message</a:t>
          </a:r>
        </a:p>
        <a:p>
          <a:pPr lvl="0" algn="ctr" defTabSz="666750">
            <a:lnSpc>
              <a:spcPct val="90000"/>
            </a:lnSpc>
            <a:spcBef>
              <a:spcPct val="0"/>
            </a:spcBef>
            <a:spcAft>
              <a:spcPct val="35000"/>
            </a:spcAft>
          </a:pPr>
          <a:r>
            <a:rPr lang="en-US" sz="1400" b="1" kern="1200" dirty="0">
              <a:solidFill>
                <a:schemeClr val="tx1">
                  <a:lumMod val="95000"/>
                  <a:lumOff val="5000"/>
                </a:schemeClr>
              </a:solidFill>
            </a:rPr>
            <a:t>Transmission</a:t>
          </a:r>
          <a:endParaRPr lang="en-IN" sz="1400" b="1" kern="1200" dirty="0">
            <a:solidFill>
              <a:schemeClr val="tx1">
                <a:lumMod val="95000"/>
                <a:lumOff val="5000"/>
              </a:schemeClr>
            </a:solidFill>
          </a:endParaRPr>
        </a:p>
      </dsp:txBody>
      <dsp:txXfrm>
        <a:off x="4347156" y="3809980"/>
        <a:ext cx="1221058" cy="1095246"/>
      </dsp:txXfrm>
    </dsp:sp>
    <dsp:sp modelId="{1286F1DD-E894-44FF-AB56-6F8D8D97BD61}">
      <dsp:nvSpPr>
        <dsp:cNvPr id="0" name=""/>
        <dsp:cNvSpPr/>
      </dsp:nvSpPr>
      <dsp:spPr>
        <a:xfrm rot="10802062">
          <a:off x="3577841" y="4095506"/>
          <a:ext cx="364941" cy="5227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IN" sz="1200" kern="1200"/>
        </a:p>
      </dsp:txBody>
      <dsp:txXfrm rot="10800000">
        <a:off x="3687323" y="4200090"/>
        <a:ext cx="255459" cy="313655"/>
      </dsp:txXfrm>
    </dsp:sp>
    <dsp:sp modelId="{A2822E29-F58C-494F-901E-475E349622D1}">
      <dsp:nvSpPr>
        <dsp:cNvPr id="0" name=""/>
        <dsp:cNvSpPr/>
      </dsp:nvSpPr>
      <dsp:spPr>
        <a:xfrm>
          <a:off x="1856786" y="3581752"/>
          <a:ext cx="1548912" cy="1548912"/>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kern="1200" dirty="0">
              <a:solidFill>
                <a:schemeClr val="tx1">
                  <a:lumMod val="95000"/>
                  <a:lumOff val="5000"/>
                </a:schemeClr>
              </a:solidFill>
            </a:rPr>
            <a:t>Client Reception</a:t>
          </a:r>
          <a:endParaRPr lang="en-IN" sz="1500" b="1" kern="1200" dirty="0">
            <a:solidFill>
              <a:schemeClr val="tx1">
                <a:lumMod val="95000"/>
                <a:lumOff val="5000"/>
              </a:schemeClr>
            </a:solidFill>
          </a:endParaRPr>
        </a:p>
      </dsp:txBody>
      <dsp:txXfrm>
        <a:off x="2083619" y="3808585"/>
        <a:ext cx="1095246" cy="1095246"/>
      </dsp:txXfrm>
    </dsp:sp>
    <dsp:sp modelId="{B4C2CA26-78F8-4D2E-8096-931FC24363F3}">
      <dsp:nvSpPr>
        <dsp:cNvPr id="0" name=""/>
        <dsp:cNvSpPr/>
      </dsp:nvSpPr>
      <dsp:spPr>
        <a:xfrm rot="15120000">
          <a:off x="2069346" y="2999631"/>
          <a:ext cx="412091" cy="5227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IN" sz="1200" kern="1200"/>
        </a:p>
      </dsp:txBody>
      <dsp:txXfrm rot="10800000">
        <a:off x="2150261" y="3162970"/>
        <a:ext cx="288464" cy="313655"/>
      </dsp:txXfrm>
    </dsp:sp>
    <dsp:sp modelId="{72517735-D8D2-4EFB-ACA7-1E6E32274C44}">
      <dsp:nvSpPr>
        <dsp:cNvPr id="0" name=""/>
        <dsp:cNvSpPr/>
      </dsp:nvSpPr>
      <dsp:spPr>
        <a:xfrm>
          <a:off x="1137876" y="1369172"/>
          <a:ext cx="1548912" cy="1548912"/>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1" kern="1200" dirty="0">
              <a:solidFill>
                <a:schemeClr val="tx1">
                  <a:lumMod val="95000"/>
                  <a:lumOff val="5000"/>
                </a:schemeClr>
              </a:solidFill>
            </a:rPr>
            <a:t>Client Connection</a:t>
          </a:r>
          <a:endParaRPr lang="en-IN" sz="1400" b="1" kern="1200" dirty="0">
            <a:solidFill>
              <a:schemeClr val="tx1">
                <a:lumMod val="95000"/>
                <a:lumOff val="5000"/>
              </a:schemeClr>
            </a:solidFill>
          </a:endParaRPr>
        </a:p>
      </dsp:txBody>
      <dsp:txXfrm>
        <a:off x="1364709" y="1596005"/>
        <a:ext cx="1095246" cy="1095246"/>
      </dsp:txXfrm>
    </dsp:sp>
    <dsp:sp modelId="{2DD9468E-F668-4F9F-B6BE-C73B41D229E0}">
      <dsp:nvSpPr>
        <dsp:cNvPr id="0" name=""/>
        <dsp:cNvSpPr/>
      </dsp:nvSpPr>
      <dsp:spPr>
        <a:xfrm rot="19500285">
          <a:off x="2649773" y="1221547"/>
          <a:ext cx="412613" cy="5227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IN" sz="1200" kern="1200"/>
        </a:p>
      </dsp:txBody>
      <dsp:txXfrm>
        <a:off x="2660963" y="1361594"/>
        <a:ext cx="288829" cy="313655"/>
      </dsp:txXfrm>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1/19/2026</a:t>
            </a:fld>
            <a:endParaRPr lang="en-US" dirty="0"/>
          </a:p>
        </p:txBody>
      </p:sp>
      <p:sp>
        <p:nvSpPr>
          <p:cNvPr id="4" name="Footer Placeholder 3">
            <a:extLst>
              <a:ext uri="{FF2B5EF4-FFF2-40B4-BE49-F238E27FC236}">
                <a16:creationId xmlns=""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1/19/2026</a:t>
            </a:fld>
            <a:endParaRPr lang="en-US" dirty="0"/>
          </a:p>
        </p:txBody>
      </p:sp>
      <p:sp>
        <p:nvSpPr>
          <p:cNvPr id="12" name="Notes Placeholder 11">
            <a:extLst>
              <a:ext uri="{FF2B5EF4-FFF2-40B4-BE49-F238E27FC236}">
                <a16:creationId xmlns=""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5</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11</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 xmlns:a16="http://schemas.microsoft.com/office/drawing/2014/main" id="{4D81E37E-7366-D88D-83B8-BBA577CA4626}"/>
              </a:ext>
              <a:ext uri="{C183D7F6-B498-43B3-948B-1728B52AA6E4}">
                <adec:decorative xmlns=""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 xmlns:a16="http://schemas.microsoft.com/office/drawing/2014/main" id="{A2E096B7-3B4F-355B-58E5-41784AC8BE29}"/>
              </a:ext>
              <a:ext uri="{C183D7F6-B498-43B3-948B-1728B52AA6E4}">
                <adec:decorative xmlns=""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 xmlns:a16="http://schemas.microsoft.com/office/drawing/2014/main" id="{373D33A6-83B0-5538-2873-8856E4E60DC0}"/>
              </a:ext>
              <a:ext uri="{C183D7F6-B498-43B3-948B-1728B52AA6E4}">
                <adec:decorative xmlns=""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 xmlns:a16="http://schemas.microsoft.com/office/drawing/2014/main" id="{D91FB993-29E1-3DBD-8335-7970016F8DE7}"/>
              </a:ext>
              <a:ext uri="{C183D7F6-B498-43B3-948B-1728B52AA6E4}">
                <adec:decorative xmlns=""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 xmlns:a16="http://schemas.microsoft.com/office/drawing/2014/main" id="{78B6A20E-2402-E586-7E92-A2C0D0B854DB}"/>
              </a:ext>
              <a:ext uri="{C183D7F6-B498-43B3-948B-1728B52AA6E4}">
                <adec:decorative xmlns=""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73" r:id="rId10"/>
    <p:sldLayoutId id="2147483653" r:id="rId11"/>
    <p:sldLayoutId id="2147483663" r:id="rId12"/>
    <p:sldLayoutId id="2147483665" r:id="rId13"/>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93A3B864-5E85-99D2-93E5-5CA1F4F35DC7}"/>
              </a:ext>
            </a:extLst>
          </p:cNvPr>
          <p:cNvSpPr>
            <a:spLocks noGrp="1"/>
          </p:cNvSpPr>
          <p:nvPr>
            <p:ph type="title"/>
          </p:nvPr>
        </p:nvSpPr>
        <p:spPr>
          <a:xfrm>
            <a:off x="896161" y="1202070"/>
            <a:ext cx="5554143" cy="1813560"/>
          </a:xfrm>
        </p:spPr>
        <p:txBody>
          <a:bodyPr lIns="0" anchor="b" anchorCtr="0"/>
          <a:lstStyle/>
          <a:p>
            <a:r>
              <a:rPr lang="en-US" dirty="0">
                <a:solidFill>
                  <a:schemeClr val="accent1">
                    <a:lumMod val="60000"/>
                    <a:lumOff val="40000"/>
                  </a:schemeClr>
                </a:solidFill>
                <a:latin typeface="Gelasio" pitchFamily="34" charset="0"/>
                <a:ea typeface="Gelasio" pitchFamily="34" charset="-122"/>
                <a:cs typeface="Gelasio" pitchFamily="34" charset="-120"/>
              </a:rPr>
              <a:t>Real-Time Chat Bot Application </a:t>
            </a:r>
            <a:endParaRPr lang="en-US" dirty="0">
              <a:solidFill>
                <a:schemeClr val="accent1">
                  <a:lumMod val="60000"/>
                  <a:lumOff val="40000"/>
                </a:schemeClr>
              </a:solidFill>
            </a:endParaRPr>
          </a:p>
        </p:txBody>
      </p:sp>
      <p:sp>
        <p:nvSpPr>
          <p:cNvPr id="9" name="Text Placeholder 8">
            <a:extLst>
              <a:ext uri="{FF2B5EF4-FFF2-40B4-BE49-F238E27FC236}">
                <a16:creationId xmlns="" xmlns:a16="http://schemas.microsoft.com/office/drawing/2014/main" id="{485E0237-B9A1-0B58-E0AA-05EF84817EB4}"/>
              </a:ext>
            </a:extLst>
          </p:cNvPr>
          <p:cNvSpPr>
            <a:spLocks noGrp="1"/>
          </p:cNvSpPr>
          <p:nvPr>
            <p:ph type="body" sz="quarter" idx="28"/>
          </p:nvPr>
        </p:nvSpPr>
        <p:spPr>
          <a:xfrm>
            <a:off x="1218949" y="4063027"/>
            <a:ext cx="5042956" cy="1414984"/>
          </a:xfrm>
        </p:spPr>
        <p:txBody>
          <a:bodyPr>
            <a:normAutofit/>
          </a:bodyPr>
          <a:lstStyle/>
          <a:p>
            <a:r>
              <a:rPr lang="en-US" dirty="0" smtClean="0"/>
              <a:t>Building Intelligent</a:t>
            </a:r>
            <a:r>
              <a:rPr lang="en-US" dirty="0"/>
              <a:t>, responsive chat solution with enterprise-grade technology that scales to meet </a:t>
            </a:r>
            <a:r>
              <a:rPr lang="en-US" dirty="0" smtClean="0"/>
              <a:t>modern communication demands</a:t>
            </a:r>
            <a:r>
              <a:rPr lang="en-US" dirty="0"/>
              <a:t>.</a:t>
            </a:r>
          </a:p>
        </p:txBody>
      </p:sp>
      <p:pic>
        <p:nvPicPr>
          <p:cNvPr id="20" name="Picture Placeholder 19" descr="Two people looking at a laptop at a table">
            <a:extLst>
              <a:ext uri="{FF2B5EF4-FFF2-40B4-BE49-F238E27FC236}">
                <a16:creationId xmlns=""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7134442" y="1115750"/>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F2A73C-F597-27B7-8F29-D6406DC4DB9A}"/>
              </a:ext>
            </a:extLst>
          </p:cNvPr>
          <p:cNvSpPr>
            <a:spLocks noGrp="1"/>
          </p:cNvSpPr>
          <p:nvPr>
            <p:ph type="title"/>
          </p:nvPr>
        </p:nvSpPr>
        <p:spPr>
          <a:xfrm>
            <a:off x="6028835" y="723355"/>
            <a:ext cx="5029200" cy="1138101"/>
          </a:xfrm>
        </p:spPr>
        <p:txBody>
          <a:bodyPr lIns="0" anchor="b" anchorCtr="0">
            <a:normAutofit/>
          </a:bodyPr>
          <a:lstStyle/>
          <a:p>
            <a:r>
              <a:rPr lang="en-US" sz="4800" dirty="0">
                <a:solidFill>
                  <a:schemeClr val="accent1">
                    <a:lumMod val="60000"/>
                    <a:lumOff val="40000"/>
                  </a:schemeClr>
                </a:solidFill>
                <a:latin typeface="Arial Rounded MT Bold" panose="020F0704030504030204" pitchFamily="34" charset="0"/>
              </a:rPr>
              <a:t>INTRODUCTION</a:t>
            </a:r>
          </a:p>
        </p:txBody>
      </p:sp>
      <p:sp>
        <p:nvSpPr>
          <p:cNvPr id="3" name="Text Placeholder 2">
            <a:extLst>
              <a:ext uri="{FF2B5EF4-FFF2-40B4-BE49-F238E27FC236}">
                <a16:creationId xmlns="" xmlns:a16="http://schemas.microsoft.com/office/drawing/2014/main" id="{AC190503-C2C6-37F4-4636-9B4A8A3DE4EB}"/>
              </a:ext>
            </a:extLst>
          </p:cNvPr>
          <p:cNvSpPr>
            <a:spLocks noGrp="1"/>
          </p:cNvSpPr>
          <p:nvPr>
            <p:ph type="body" sz="quarter" idx="28"/>
          </p:nvPr>
        </p:nvSpPr>
        <p:spPr>
          <a:xfrm>
            <a:off x="6147707" y="3290206"/>
            <a:ext cx="4910328" cy="2318657"/>
          </a:xfrm>
        </p:spPr>
        <p:txBody>
          <a:bodyPr>
            <a:normAutofit/>
          </a:bodyPr>
          <a:lstStyle/>
          <a:p>
            <a:pPr marL="342900" indent="-342900">
              <a:buFont typeface="Arial" panose="020B0604020202020204" pitchFamily="34" charset="0"/>
              <a:buChar char="•"/>
            </a:pPr>
            <a:r>
              <a:rPr lang="en-US" sz="2000" dirty="0">
                <a:latin typeface="Arial" panose="020B0604020202020204" pitchFamily="34" charset="0"/>
                <a:ea typeface="Calibri" panose="020F0502020204030204" pitchFamily="34" charset="0"/>
                <a:cs typeface="Arial" panose="020B0604020202020204" pitchFamily="34" charset="0"/>
              </a:rPr>
              <a:t>A Chat Application enables text communication between multiple users over a network.</a:t>
            </a:r>
          </a:p>
          <a:p>
            <a:pPr marL="342900" indent="-342900">
              <a:buFont typeface="Arial" panose="020B0604020202020204" pitchFamily="34" charset="0"/>
              <a:buChar char="•"/>
            </a:pPr>
            <a:r>
              <a:rPr lang="en-US" sz="2000" dirty="0">
                <a:latin typeface="Arial" panose="020B0604020202020204" pitchFamily="34" charset="0"/>
                <a:ea typeface="Calibri" panose="020F0502020204030204" pitchFamily="34" charset="0"/>
                <a:cs typeface="Arial" panose="020B0604020202020204" pitchFamily="34" charset="0"/>
              </a:rPr>
              <a:t>Built using Java Socket Programming and Multithreading.</a:t>
            </a:r>
          </a:p>
          <a:p>
            <a:pPr marL="342900" indent="-342900">
              <a:buFont typeface="Arial" panose="020B0604020202020204" pitchFamily="34" charset="0"/>
              <a:buChar char="•"/>
            </a:pPr>
            <a:r>
              <a:rPr lang="en-US" sz="2000" dirty="0">
                <a:latin typeface="Arial" panose="020B0604020202020204" pitchFamily="34" charset="0"/>
                <a:ea typeface="Calibri" panose="020F0502020204030204" pitchFamily="34" charset="0"/>
                <a:cs typeface="Arial" panose="020B0604020202020204" pitchFamily="34" charset="0"/>
              </a:rPr>
              <a:t>Works on Client-Server Architecture</a:t>
            </a:r>
          </a:p>
        </p:txBody>
      </p:sp>
    </p:spTree>
    <p:extLst>
      <p:ext uri="{BB962C8B-B14F-4D97-AF65-F5344CB8AC3E}">
        <p14:creationId xmlns:p14="http://schemas.microsoft.com/office/powerpoint/2010/main" val="3530111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sz="4400" dirty="0">
                <a:solidFill>
                  <a:schemeClr val="accent1">
                    <a:lumMod val="60000"/>
                    <a:lumOff val="40000"/>
                  </a:schemeClr>
                </a:solidFill>
                <a:latin typeface="Arial Rounded MT Bold" panose="020F0704030504030204" pitchFamily="34" charset="0"/>
              </a:rPr>
              <a:t>Objectives</a:t>
            </a:r>
          </a:p>
        </p:txBody>
      </p:sp>
      <p:sp>
        <p:nvSpPr>
          <p:cNvPr id="3" name="Content Placeholder 2">
            <a:extLst>
              <a:ext uri="{FF2B5EF4-FFF2-40B4-BE49-F238E27FC236}">
                <a16:creationId xmlns="" xmlns:a16="http://schemas.microsoft.com/office/drawing/2014/main" id="{A6A33159-D030-2F82-A142-F75940728319}"/>
              </a:ext>
            </a:extLst>
          </p:cNvPr>
          <p:cNvSpPr>
            <a:spLocks noGrp="1"/>
          </p:cNvSpPr>
          <p:nvPr>
            <p:ph idx="1"/>
          </p:nvPr>
        </p:nvSpPr>
        <p:spPr>
          <a:xfrm>
            <a:off x="6248400" y="2163535"/>
            <a:ext cx="5029200" cy="3894691"/>
          </a:xfrm>
          <a:noFill/>
        </p:spPr>
        <p:txBody>
          <a:bodyPr>
            <a:normAutofit fontScale="92500" lnSpcReduction="20000"/>
          </a:bodyPr>
          <a:lstStyle/>
          <a:p>
            <a:pPr>
              <a:buFont typeface="Wingdings" panose="05000000000000000000" pitchFamily="2" charset="2"/>
              <a:buChar char="q"/>
            </a:pPr>
            <a:r>
              <a:rPr lang="en-US" b="1" dirty="0">
                <a:latin typeface="Arial Black" panose="020B0A04020102020204" pitchFamily="34" charset="0"/>
              </a:rPr>
              <a:t>Real-Time Communication-</a:t>
            </a:r>
            <a:r>
              <a:rPr lang="en-US" sz="1600" b="1" dirty="0">
                <a:latin typeface="Aptos" panose="020B0004020202020204" pitchFamily="34" charset="0"/>
              </a:rPr>
              <a:t>Enables instant text messaging between users through TCP socket connections.</a:t>
            </a:r>
          </a:p>
          <a:p>
            <a:pPr>
              <a:buFont typeface="Wingdings" panose="05000000000000000000" pitchFamily="2" charset="2"/>
              <a:buChar char="q"/>
            </a:pPr>
            <a:r>
              <a:rPr lang="en-US" sz="1900" b="1" dirty="0">
                <a:latin typeface="Arial Black" panose="020B0A04020102020204" pitchFamily="34" charset="0"/>
              </a:rPr>
              <a:t>Scalable Design-</a:t>
            </a:r>
            <a:r>
              <a:rPr lang="en-US" sz="1700" b="1" dirty="0">
                <a:latin typeface="Aptos" panose="020B0004020202020204" pitchFamily="34" charset="0"/>
              </a:rPr>
              <a:t>Build a modular structure that can later include login, encryption, or group </a:t>
            </a:r>
            <a:r>
              <a:rPr lang="en-US" sz="1500" b="1" dirty="0">
                <a:latin typeface="Aptos" panose="020B0004020202020204" pitchFamily="34" charset="0"/>
              </a:rPr>
              <a:t>chat.</a:t>
            </a:r>
          </a:p>
          <a:p>
            <a:pPr>
              <a:buFont typeface="Wingdings" panose="05000000000000000000" pitchFamily="2" charset="2"/>
              <a:buChar char="q"/>
            </a:pPr>
            <a:r>
              <a:rPr lang="en-US" sz="1600" dirty="0">
                <a:latin typeface="Arial Black" panose="020B0A04020102020204" pitchFamily="34" charset="0"/>
              </a:rPr>
              <a:t>Client-Server Intersection-</a:t>
            </a:r>
            <a:r>
              <a:rPr lang="en-US" dirty="0">
                <a:latin typeface="Aptos" panose="020B0004020202020204" pitchFamily="34" charset="0"/>
                <a:cs typeface="Arial" panose="020B0604020202020204" pitchFamily="34" charset="0"/>
              </a:rPr>
              <a:t>Shows how Clients connect and exchange data with the server using sockets.</a:t>
            </a:r>
          </a:p>
          <a:p>
            <a:pPr>
              <a:buFont typeface="Wingdings" panose="05000000000000000000" pitchFamily="2" charset="2"/>
              <a:buChar char="q"/>
            </a:pPr>
            <a:r>
              <a:rPr lang="en-US" sz="1600" dirty="0">
                <a:latin typeface="Arial Black" panose="020B0A04020102020204" pitchFamily="34" charset="0"/>
              </a:rPr>
              <a:t>Multithreading Support-</a:t>
            </a:r>
            <a:r>
              <a:rPr lang="en-US" dirty="0">
                <a:latin typeface="Aptos" panose="020B0004020202020204" pitchFamily="34" charset="0"/>
              </a:rPr>
              <a:t>Allow multiple clients to chat simultaneously without delay or blocking.</a:t>
            </a:r>
          </a:p>
          <a:p>
            <a:pPr>
              <a:buFont typeface="Wingdings" panose="05000000000000000000" pitchFamily="2" charset="2"/>
              <a:buChar char="q"/>
            </a:pPr>
            <a:r>
              <a:rPr lang="en-US" sz="1600" dirty="0">
                <a:latin typeface="Arial Black" panose="020B0A04020102020204" pitchFamily="34" charset="0"/>
              </a:rPr>
              <a:t>User-Friendly GUI-</a:t>
            </a:r>
            <a:r>
              <a:rPr lang="en-US" dirty="0">
                <a:latin typeface="Aptos" panose="020B0004020202020204" pitchFamily="34" charset="0"/>
              </a:rPr>
              <a:t>Provide an easy interface built with Java Swing for Sending and Viewing messages</a:t>
            </a:r>
            <a:r>
              <a:rPr lang="en-US" sz="1600" dirty="0">
                <a:latin typeface="Arial Black" panose="020B0A04020102020204" pitchFamily="34" charset="0"/>
              </a:rPr>
              <a:t>.</a:t>
            </a:r>
          </a:p>
          <a:p>
            <a:pPr>
              <a:buFont typeface="Wingdings" panose="05000000000000000000" pitchFamily="2" charset="2"/>
              <a:buChar char="q"/>
            </a:pPr>
            <a:endParaRPr lang="en-US" sz="1700" b="1" dirty="0">
              <a:latin typeface="Aptos" panose="020B0004020202020204" pitchFamily="34" charset="0"/>
            </a:endParaRPr>
          </a:p>
          <a:p>
            <a:pPr>
              <a:buFont typeface="Wingdings" panose="05000000000000000000" pitchFamily="2" charset="2"/>
              <a:buChar char="q"/>
            </a:pPr>
            <a:endParaRPr lang="en-US" sz="1600" dirty="0">
              <a:latin typeface="Aptos" panose="020B0004020202020204" pitchFamily="34" charset="0"/>
              <a:cs typeface="Arial" panose="020B0604020202020204" pitchFamily="34" charset="0"/>
            </a:endParaRPr>
          </a:p>
          <a:p>
            <a:pPr>
              <a:buFont typeface="Wingdings" panose="05000000000000000000" pitchFamily="2" charset="2"/>
              <a:buChar char="q"/>
            </a:pPr>
            <a:endParaRPr lang="en-US" sz="1600" dirty="0">
              <a:latin typeface="Aptos" panose="020B0004020202020204" pitchFamily="34" charset="0"/>
            </a:endParaRPr>
          </a:p>
        </p:txBody>
      </p:sp>
      <p:sp>
        <p:nvSpPr>
          <p:cNvPr id="4" name="Slide Number Placeholder 3">
            <a:extLst>
              <a:ext uri="{FF2B5EF4-FFF2-40B4-BE49-F238E27FC236}">
                <a16:creationId xmlns=""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3</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5A61EC-5F42-6AB8-DF35-480F070288EB}"/>
              </a:ext>
            </a:extLst>
          </p:cNvPr>
          <p:cNvSpPr>
            <a:spLocks noGrp="1"/>
          </p:cNvSpPr>
          <p:nvPr>
            <p:ph type="title"/>
          </p:nvPr>
        </p:nvSpPr>
        <p:spPr>
          <a:xfrm>
            <a:off x="1143000" y="3429000"/>
            <a:ext cx="5029200" cy="2514600"/>
          </a:xfrm>
        </p:spPr>
        <p:txBody>
          <a:bodyPr lIns="0" anchor="t" anchorCtr="0">
            <a:normAutofit/>
          </a:bodyPr>
          <a:lstStyle/>
          <a:p>
            <a:r>
              <a:rPr lang="en-US" sz="2700" dirty="0"/>
              <a:t>Programming Language</a:t>
            </a:r>
            <a:r>
              <a:rPr lang="en-US" sz="2000" dirty="0"/>
              <a:t>:   </a:t>
            </a:r>
            <a:r>
              <a:rPr lang="en-US" sz="1800" dirty="0">
                <a:latin typeface="Arial" panose="020B0604020202020204" pitchFamily="34" charset="0"/>
                <a:cs typeface="Arial" panose="020B0604020202020204" pitchFamily="34" charset="0"/>
              </a:rPr>
              <a:t>Java</a:t>
            </a:r>
            <a:r>
              <a:rPr lang="en-US" sz="2000" dirty="0"/>
              <a:t/>
            </a:r>
            <a:br>
              <a:rPr lang="en-US" sz="2000" dirty="0"/>
            </a:br>
            <a:r>
              <a:rPr lang="en-US" sz="2000" dirty="0"/>
              <a:t/>
            </a:r>
            <a:br>
              <a:rPr lang="en-US" sz="2000" dirty="0"/>
            </a:br>
            <a:r>
              <a:rPr lang="en-US" sz="2700" dirty="0"/>
              <a:t>Libraries/Packages:   </a:t>
            </a:r>
            <a:r>
              <a:rPr lang="en-US" sz="2000" dirty="0">
                <a:latin typeface="Arial" panose="020B0604020202020204" pitchFamily="34" charset="0"/>
                <a:cs typeface="Arial" panose="020B0604020202020204" pitchFamily="34" charset="0"/>
              </a:rPr>
              <a:t>Java.net, java.io, javax.swing</a:t>
            </a:r>
            <a:br>
              <a:rPr lang="en-US" sz="2000" dirty="0">
                <a:latin typeface="Arial" panose="020B0604020202020204" pitchFamily="34" charset="0"/>
                <a:cs typeface="Arial" panose="020B0604020202020204" pitchFamily="34" charset="0"/>
              </a:rPr>
            </a:br>
            <a:r>
              <a:rPr lang="en-US" sz="2000" dirty="0"/>
              <a:t/>
            </a:r>
            <a:br>
              <a:rPr lang="en-US" sz="2000" dirty="0"/>
            </a:br>
            <a:r>
              <a:rPr lang="en-US" sz="2700" dirty="0"/>
              <a:t>Concepts: </a:t>
            </a:r>
            <a:r>
              <a:rPr lang="en-US" sz="2000" dirty="0">
                <a:latin typeface="Arial" panose="020B0604020202020204" pitchFamily="34" charset="0"/>
                <a:cs typeface="Arial" panose="020B0604020202020204" pitchFamily="34" charset="0"/>
              </a:rPr>
              <a:t>Sockets, Threads, Streams, GUI(Swing)</a:t>
            </a:r>
          </a:p>
        </p:txBody>
      </p:sp>
      <p:sp>
        <p:nvSpPr>
          <p:cNvPr id="3" name="Text Placeholder 2">
            <a:extLst>
              <a:ext uri="{FF2B5EF4-FFF2-40B4-BE49-F238E27FC236}">
                <a16:creationId xmlns=""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normAutofit/>
          </a:bodyPr>
          <a:lstStyle/>
          <a:p>
            <a:r>
              <a:rPr lang="en-US" sz="3600" dirty="0">
                <a:solidFill>
                  <a:schemeClr val="accent1">
                    <a:lumMod val="60000"/>
                    <a:lumOff val="40000"/>
                  </a:schemeClr>
                </a:solidFill>
                <a:latin typeface="Arial Rounded MT Bold" panose="020F0704030504030204" pitchFamily="34" charset="0"/>
              </a:rPr>
              <a:t>Technologies Used</a:t>
            </a:r>
          </a:p>
        </p:txBody>
      </p:sp>
      <p:pic>
        <p:nvPicPr>
          <p:cNvPr id="11" name="Picture Placeholder 10">
            <a:extLst>
              <a:ext uri="{FF2B5EF4-FFF2-40B4-BE49-F238E27FC236}">
                <a16:creationId xmlns="" xmlns:a16="http://schemas.microsoft.com/office/drawing/2014/main" id="{92CD5638-E58C-6BF5-96BA-B35A54C63E9D}"/>
              </a:ext>
            </a:extLst>
          </p:cNvPr>
          <p:cNvPicPr>
            <a:picLocks noGrp="1" noChangeAspect="1"/>
          </p:cNvPicPr>
          <p:nvPr>
            <p:ph type="pic" sz="quarter" idx="47"/>
          </p:nvPr>
        </p:nvPicPr>
        <p:blipFill>
          <a:blip r:embed="rId2"/>
          <a:srcRect t="13305" b="13305"/>
          <a:stretch>
            <a:fillRect/>
          </a:stretch>
        </p:blipFill>
        <p:spPr>
          <a:xfrm>
            <a:off x="7558472" y="540034"/>
            <a:ext cx="4248873" cy="4731130"/>
          </a:xfrm>
        </p:spPr>
      </p:pic>
    </p:spTree>
    <p:extLst>
      <p:ext uri="{BB962C8B-B14F-4D97-AF65-F5344CB8AC3E}">
        <p14:creationId xmlns:p14="http://schemas.microsoft.com/office/powerpoint/2010/main" val="2735087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4379BBF1-9BC2-6DCE-0154-8873469878A5}"/>
              </a:ext>
            </a:extLst>
          </p:cNvPr>
          <p:cNvSpPr>
            <a:spLocks noGrp="1"/>
          </p:cNvSpPr>
          <p:nvPr>
            <p:ph type="title"/>
          </p:nvPr>
        </p:nvSpPr>
        <p:spPr>
          <a:xfrm>
            <a:off x="563336" y="579663"/>
            <a:ext cx="5288824" cy="1636123"/>
          </a:xfrm>
        </p:spPr>
        <p:txBody>
          <a:bodyPr>
            <a:normAutofit/>
          </a:bodyPr>
          <a:lstStyle/>
          <a:p>
            <a:r>
              <a:rPr lang="en-US" dirty="0">
                <a:solidFill>
                  <a:schemeClr val="accent1">
                    <a:lumMod val="60000"/>
                    <a:lumOff val="40000"/>
                  </a:schemeClr>
                </a:solidFill>
                <a:latin typeface="Arial Rounded MT Bold" panose="020F0704030504030204" pitchFamily="34" charset="0"/>
              </a:rPr>
              <a:t>Workflow of the Chat Application</a:t>
            </a:r>
          </a:p>
        </p:txBody>
      </p:sp>
      <p:sp>
        <p:nvSpPr>
          <p:cNvPr id="10" name="Content Placeholder 9">
            <a:extLst>
              <a:ext uri="{FF2B5EF4-FFF2-40B4-BE49-F238E27FC236}">
                <a16:creationId xmlns="" xmlns:a16="http://schemas.microsoft.com/office/drawing/2014/main" id="{633B199B-AFAF-FCA4-CEA7-D9E73D7079E5}"/>
              </a:ext>
            </a:extLst>
          </p:cNvPr>
          <p:cNvSpPr>
            <a:spLocks noGrp="1"/>
          </p:cNvSpPr>
          <p:nvPr>
            <p:ph idx="1"/>
          </p:nvPr>
        </p:nvSpPr>
        <p:spPr>
          <a:xfrm>
            <a:off x="5852160" y="481693"/>
            <a:ext cx="5486400" cy="1857615"/>
          </a:xfrm>
        </p:spPr>
        <p:txBody>
          <a:bodyPr>
            <a:normAutofit lnSpcReduction="10000"/>
          </a:bodyPr>
          <a:lstStyle/>
          <a:p>
            <a:r>
              <a:rPr lang="en-US" dirty="0"/>
              <a:t>Developed a functional real-time chat system using Java sockets. </a:t>
            </a:r>
          </a:p>
          <a:p>
            <a:r>
              <a:rPr lang="en-US" dirty="0"/>
              <a:t>Ensured stable multi-Client communication through multithreading.</a:t>
            </a:r>
          </a:p>
          <a:p>
            <a:r>
              <a:rPr lang="en-US" dirty="0"/>
              <a:t>Completed GUI- Based client Interface using Java Swing.</a:t>
            </a:r>
          </a:p>
        </p:txBody>
      </p:sp>
      <p:graphicFrame>
        <p:nvGraphicFramePr>
          <p:cNvPr id="11" name="Table Placeholder 6" descr="A timeline of the product launch">
            <a:extLst>
              <a:ext uri="{FF2B5EF4-FFF2-40B4-BE49-F238E27FC236}">
                <a16:creationId xmlns=""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1555821890"/>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 xmlns:a16="http://schemas.microsoft.com/office/drawing/2014/main" id="{CC0093B1-77CC-1E61-FB22-E136F94EABD2}"/>
              </a:ext>
            </a:extLst>
          </p:cNvPr>
          <p:cNvSpPr>
            <a:spLocks noGrp="1"/>
          </p:cNvSpPr>
          <p:nvPr>
            <p:ph type="body" sz="quarter" idx="28"/>
          </p:nvPr>
        </p:nvSpPr>
        <p:spPr>
          <a:xfrm>
            <a:off x="1240100" y="2305594"/>
            <a:ext cx="5029200" cy="760288"/>
          </a:xfrm>
        </p:spPr>
        <p:txBody>
          <a:bodyPr>
            <a:noAutofit/>
          </a:bodyPr>
          <a:lstStyle/>
          <a:p>
            <a:r>
              <a:rPr lang="en-US" sz="4000" dirty="0">
                <a:solidFill>
                  <a:schemeClr val="accent1">
                    <a:lumMod val="60000"/>
                    <a:lumOff val="40000"/>
                  </a:schemeClr>
                </a:solidFill>
                <a:latin typeface="Arial Rounded MT Bold" panose="020F0704030504030204" pitchFamily="34" charset="0"/>
              </a:rPr>
              <a:t>Modules Overview</a:t>
            </a:r>
          </a:p>
        </p:txBody>
      </p:sp>
      <p:sp>
        <p:nvSpPr>
          <p:cNvPr id="2" name="Slide Number Placeholder 1">
            <a:extLst>
              <a:ext uri="{FF2B5EF4-FFF2-40B4-BE49-F238E27FC236}">
                <a16:creationId xmlns="" xmlns:a16="http://schemas.microsoft.com/office/drawing/2014/main" id="{A26B3DA3-995E-263F-F271-D0DCB60A6118}"/>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noProof="0" smtClean="0"/>
              <a:pPr/>
              <a:t>6</a:t>
            </a:fld>
            <a:endParaRPr lang="en-US" altLang="zh-CN" noProof="0" dirty="0"/>
          </a:p>
        </p:txBody>
      </p:sp>
      <p:sp>
        <p:nvSpPr>
          <p:cNvPr id="9" name="Slide Number Placeholder 13">
            <a:extLst>
              <a:ext uri="{FF2B5EF4-FFF2-40B4-BE49-F238E27FC236}">
                <a16:creationId xmlns=""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32" name="Rectangle 1">
            <a:extLst>
              <a:ext uri="{FF2B5EF4-FFF2-40B4-BE49-F238E27FC236}">
                <a16:creationId xmlns="" xmlns:a16="http://schemas.microsoft.com/office/drawing/2014/main" id="{98BB0E3B-732D-7F65-B3D8-B3BDD57BD562}"/>
              </a:ext>
            </a:extLst>
          </p:cNvPr>
          <p:cNvSpPr>
            <a:spLocks noChangeArrowheads="1"/>
          </p:cNvSpPr>
          <p:nvPr/>
        </p:nvSpPr>
        <p:spPr bwMode="auto">
          <a:xfrm>
            <a:off x="957943" y="3579223"/>
            <a:ext cx="10276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 ChatServer.java</a:t>
            </a:r>
            <a:r>
              <a:rPr kumimoji="0" lang="en-US" altLang="en-US" sz="2400" b="0" i="0" u="none" strike="noStrike" cap="none" normalizeH="0" baseline="0" dirty="0">
                <a:ln>
                  <a:noFill/>
                </a:ln>
                <a:solidFill>
                  <a:schemeClr val="bg1"/>
                </a:solidFill>
                <a:effectLst/>
                <a:latin typeface="Arial" panose="020B0604020202020204" pitchFamily="34" charset="0"/>
              </a:rPr>
              <a:t>– Accepts and manages clients.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 ClientHandler.java</a:t>
            </a:r>
            <a:r>
              <a:rPr kumimoji="0" lang="en-US" altLang="en-US" sz="2400" b="0" i="0" u="none" strike="noStrike" cap="none" normalizeH="0" baseline="0" dirty="0">
                <a:ln>
                  <a:noFill/>
                </a:ln>
                <a:solidFill>
                  <a:schemeClr val="bg1"/>
                </a:solidFill>
                <a:effectLst/>
                <a:latin typeface="Arial" panose="020B0604020202020204" pitchFamily="34" charset="0"/>
              </a:rPr>
              <a:t> – Handles communication for each client.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 ChatClient.java</a:t>
            </a:r>
            <a:r>
              <a:rPr kumimoji="0" lang="en-US" altLang="en-US" sz="2400" b="0" i="0" u="none" strike="noStrike" cap="none" normalizeH="0" baseline="0" dirty="0">
                <a:ln>
                  <a:noFill/>
                </a:ln>
                <a:solidFill>
                  <a:schemeClr val="bg1"/>
                </a:solidFill>
                <a:effectLst/>
                <a:latin typeface="Arial" panose="020B0604020202020204" pitchFamily="34" charset="0"/>
              </a:rPr>
              <a:t> – Client-side connection logic.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 ChatClientGUI.java</a:t>
            </a:r>
            <a:r>
              <a:rPr kumimoji="0" lang="en-US" altLang="en-US" sz="2400" b="0" i="0" u="none" strike="noStrike" cap="none" normalizeH="0" baseline="0" dirty="0">
                <a:ln>
                  <a:noFill/>
                </a:ln>
                <a:solidFill>
                  <a:schemeClr val="bg1"/>
                </a:solidFill>
                <a:effectLst/>
                <a:latin typeface="Arial" panose="020B0604020202020204" pitchFamily="34" charset="0"/>
              </a:rPr>
              <a:t> – Swing-based user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 ReadThread / WriteThread</a:t>
            </a:r>
            <a:r>
              <a:rPr kumimoji="0" lang="en-US" altLang="en-US" sz="2400" b="0" i="0" u="none" strike="noStrike" cap="none" normalizeH="0" baseline="0" dirty="0">
                <a:ln>
                  <a:noFill/>
                </a:ln>
                <a:solidFill>
                  <a:schemeClr val="bg1"/>
                </a:solidFill>
                <a:effectLst/>
                <a:latin typeface="Arial" panose="020B0604020202020204" pitchFamily="34" charset="0"/>
              </a:rPr>
              <a:t> – Manage incoming/outgoing messages</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7755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 xmlns:a16="http://schemas.microsoft.com/office/drawing/2014/main" id="{0031CE36-F77D-3964-C169-771DBA49D28A}"/>
              </a:ext>
            </a:extLst>
          </p:cNvPr>
          <p:cNvSpPr>
            <a:spLocks noGrp="1"/>
          </p:cNvSpPr>
          <p:nvPr>
            <p:ph type="title"/>
          </p:nvPr>
        </p:nvSpPr>
        <p:spPr>
          <a:xfrm>
            <a:off x="914400" y="1060704"/>
            <a:ext cx="7132320" cy="1156979"/>
          </a:xfrm>
        </p:spPr>
        <p:txBody>
          <a:bodyPr>
            <a:normAutofit/>
          </a:bodyPr>
          <a:lstStyle/>
          <a:p>
            <a:r>
              <a:rPr lang="en-US" sz="4400" dirty="0">
                <a:solidFill>
                  <a:schemeClr val="accent1">
                    <a:lumMod val="60000"/>
                    <a:lumOff val="40000"/>
                  </a:schemeClr>
                </a:solidFill>
                <a:latin typeface="Arial Rounded MT Bold" panose="020F0704030504030204" pitchFamily="34" charset="0"/>
              </a:rPr>
              <a:t>GUI  Design</a:t>
            </a:r>
          </a:p>
        </p:txBody>
      </p:sp>
      <p:sp>
        <p:nvSpPr>
          <p:cNvPr id="44" name="Text Placeholder 43">
            <a:extLst>
              <a:ext uri="{FF2B5EF4-FFF2-40B4-BE49-F238E27FC236}">
                <a16:creationId xmlns="" xmlns:a16="http://schemas.microsoft.com/office/drawing/2014/main" id="{78466807-A2DA-EC5D-ACDE-B83D6F7169EA}"/>
              </a:ext>
            </a:extLst>
          </p:cNvPr>
          <p:cNvSpPr>
            <a:spLocks noGrp="1"/>
          </p:cNvSpPr>
          <p:nvPr>
            <p:ph idx="56"/>
          </p:nvPr>
        </p:nvSpPr>
        <p:spPr>
          <a:xfrm>
            <a:off x="4754879" y="3108960"/>
            <a:ext cx="3443189" cy="2803050"/>
          </a:xfrm>
        </p:spPr>
        <p:txBody>
          <a:bodyPr>
            <a:normAutofit lnSpcReduction="10000"/>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Built using </a:t>
            </a:r>
            <a:r>
              <a:rPr lang="en-US" b="1" dirty="0">
                <a:latin typeface="Arial" panose="020B0604020202020204" pitchFamily="34" charset="0"/>
                <a:cs typeface="Arial" panose="020B0604020202020204" pitchFamily="34" charset="0"/>
              </a:rPr>
              <a:t>Java Swing</a:t>
            </a:r>
            <a:r>
              <a:rPr lang="en-US" dirty="0">
                <a:latin typeface="Arial" panose="020B0604020202020204" pitchFamily="34" charset="0"/>
                <a:cs typeface="Arial" panose="020B0604020202020204" pitchFamily="34" charset="0"/>
              </a:rPr>
              <a:t> for an interactive chat interface.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Use Threads to keep the AI responsive during exchange message.</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Simple, clean layout</a:t>
            </a:r>
            <a:r>
              <a:rPr lang="en-US" dirty="0">
                <a:latin typeface="Arial" panose="020B0604020202020204" pitchFamily="34" charset="0"/>
                <a:cs typeface="Arial" panose="020B0604020202020204" pitchFamily="34" charset="0"/>
              </a:rPr>
              <a:t> for easy chatting.</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Supports </a:t>
            </a:r>
            <a:r>
              <a:rPr lang="en-US" b="1" dirty="0">
                <a:latin typeface="Arial" panose="020B0604020202020204" pitchFamily="34" charset="0"/>
                <a:cs typeface="Arial" panose="020B0604020202020204" pitchFamily="34" charset="0"/>
              </a:rPr>
              <a:t>multiple clients</a:t>
            </a:r>
            <a:r>
              <a:rPr lang="en-US" dirty="0">
                <a:latin typeface="Arial" panose="020B0604020202020204" pitchFamily="34" charset="0"/>
                <a:cs typeface="Arial" panose="020B0604020202020204" pitchFamily="34" charset="0"/>
              </a:rPr>
              <a:t> and real-time updates.</a:t>
            </a:r>
          </a:p>
        </p:txBody>
      </p:sp>
      <p:sp>
        <p:nvSpPr>
          <p:cNvPr id="11" name="Slide Number Placeholder 13">
            <a:extLst>
              <a:ext uri="{FF2B5EF4-FFF2-40B4-BE49-F238E27FC236}">
                <a16:creationId xmlns=""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sp>
        <p:nvSpPr>
          <p:cNvPr id="3" name="Rectangle 1">
            <a:extLst>
              <a:ext uri="{FF2B5EF4-FFF2-40B4-BE49-F238E27FC236}">
                <a16:creationId xmlns="" xmlns:a16="http://schemas.microsoft.com/office/drawing/2014/main" id="{2F14EE39-0C9B-25D7-D131-3697F250E202}"/>
              </a:ext>
            </a:extLst>
          </p:cNvPr>
          <p:cNvSpPr>
            <a:spLocks noGrp="1" noChangeArrowheads="1"/>
          </p:cNvSpPr>
          <p:nvPr>
            <p:ph idx="1"/>
          </p:nvPr>
        </p:nvSpPr>
        <p:spPr bwMode="auto">
          <a:xfrm>
            <a:off x="914400" y="2957355"/>
            <a:ext cx="3573517"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effectLst/>
                <a:latin typeface="Arial Rounded MT Bold" panose="020F0704030504030204" pitchFamily="34" charset="0"/>
              </a:rPr>
              <a:t>Components: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 JTextArea</a:t>
            </a:r>
            <a:r>
              <a:rPr kumimoji="0" lang="en-US" altLang="en-US" sz="1800" b="0" i="0" u="none" strike="noStrike" cap="none" normalizeH="0" baseline="0" dirty="0">
                <a:ln>
                  <a:noFill/>
                </a:ln>
                <a:effectLst/>
                <a:latin typeface="Arial" panose="020B0604020202020204" pitchFamily="34" charset="0"/>
              </a:rPr>
              <a:t> – displays chat messages.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 JTextField</a:t>
            </a:r>
            <a:r>
              <a:rPr kumimoji="0" lang="en-US" altLang="en-US" sz="1800" b="0" i="0" u="none" strike="noStrike" cap="none" normalizeH="0" baseline="0" dirty="0">
                <a:ln>
                  <a:noFill/>
                </a:ln>
                <a:effectLst/>
                <a:latin typeface="Arial" panose="020B0604020202020204" pitchFamily="34" charset="0"/>
              </a:rPr>
              <a:t> – user input box.</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 JButton</a:t>
            </a:r>
            <a:r>
              <a:rPr kumimoji="0" lang="en-US" altLang="en-US" sz="1800" b="0" i="0" u="none" strike="noStrike" cap="none" normalizeH="0" baseline="0" dirty="0">
                <a:ln>
                  <a:noFill/>
                </a:ln>
                <a:effectLst/>
                <a:latin typeface="Arial" panose="020B0604020202020204" pitchFamily="34" charset="0"/>
              </a:rPr>
              <a:t> – send message button.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2148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545968-70F7-0180-6448-3547E442EF4A}"/>
              </a:ext>
            </a:extLst>
          </p:cNvPr>
          <p:cNvSpPr>
            <a:spLocks noGrp="1"/>
          </p:cNvSpPr>
          <p:nvPr>
            <p:ph type="title"/>
          </p:nvPr>
        </p:nvSpPr>
        <p:spPr>
          <a:xfrm>
            <a:off x="914400" y="1060704"/>
            <a:ext cx="7132320" cy="967793"/>
          </a:xfrm>
          <a:noFill/>
        </p:spPr>
        <p:txBody>
          <a:bodyPr anchor="b" anchorCtr="0">
            <a:noAutofit/>
          </a:bodyPr>
          <a:lstStyle/>
          <a:p>
            <a:r>
              <a:rPr lang="en-US" sz="4400" dirty="0">
                <a:solidFill>
                  <a:schemeClr val="accent1">
                    <a:lumMod val="60000"/>
                    <a:lumOff val="40000"/>
                  </a:schemeClr>
                </a:solidFill>
                <a:latin typeface="Arial Rounded MT Bold" panose="020F0704030504030204" pitchFamily="34" charset="0"/>
              </a:rPr>
              <a:t>Advantages &amp; Limitations</a:t>
            </a:r>
          </a:p>
        </p:txBody>
      </p:sp>
      <p:sp>
        <p:nvSpPr>
          <p:cNvPr id="10" name="Content Placeholder 9">
            <a:extLst>
              <a:ext uri="{FF2B5EF4-FFF2-40B4-BE49-F238E27FC236}">
                <a16:creationId xmlns="" xmlns:a16="http://schemas.microsoft.com/office/drawing/2014/main" id="{19DA784D-F56F-1224-707E-9F882C4EB8A1}"/>
              </a:ext>
            </a:extLst>
          </p:cNvPr>
          <p:cNvSpPr>
            <a:spLocks noGrp="1"/>
          </p:cNvSpPr>
          <p:nvPr>
            <p:ph idx="1"/>
          </p:nvPr>
        </p:nvSpPr>
        <p:spPr>
          <a:xfrm>
            <a:off x="914399" y="2816771"/>
            <a:ext cx="3552498" cy="3489435"/>
          </a:xfrm>
        </p:spPr>
        <p:txBody>
          <a:bodyPr>
            <a:normAutofit lnSpcReduction="10000"/>
          </a:bodyPr>
          <a:lstStyle/>
          <a:p>
            <a:r>
              <a:rPr lang="en-US" sz="2800" dirty="0">
                <a:latin typeface="Arial Black" panose="020B0A04020102020204" pitchFamily="34" charset="0"/>
              </a:rPr>
              <a:t>Advantages:</a:t>
            </a:r>
          </a:p>
          <a:p>
            <a:pPr marL="285750" indent="-285750">
              <a:buFont typeface="Arial" panose="020B0604020202020204" pitchFamily="34" charset="0"/>
              <a:buChar char="•"/>
            </a:pPr>
            <a:r>
              <a:rPr lang="en-US" sz="1600" dirty="0"/>
              <a:t>Real-time chat using </a:t>
            </a:r>
            <a:r>
              <a:rPr lang="en-US" sz="1600" b="1" dirty="0"/>
              <a:t>Java sockets</a:t>
            </a:r>
            <a:r>
              <a:rPr lang="en-US" sz="1600" dirty="0"/>
              <a:t>.</a:t>
            </a:r>
          </a:p>
          <a:p>
            <a:pPr marL="285750" indent="-285750">
              <a:buFont typeface="Arial" panose="020B0604020202020204" pitchFamily="34" charset="0"/>
              <a:buChar char="•"/>
            </a:pPr>
            <a:r>
              <a:rPr lang="en-US" sz="1600" dirty="0"/>
              <a:t>Supports </a:t>
            </a:r>
            <a:r>
              <a:rPr lang="en-US" sz="1600" b="1" dirty="0"/>
              <a:t>multiple clients</a:t>
            </a:r>
            <a:r>
              <a:rPr lang="en-US" sz="1600" dirty="0"/>
              <a:t> with multithreading.</a:t>
            </a:r>
          </a:p>
          <a:p>
            <a:pPr marL="285750" indent="-285750">
              <a:buFont typeface="Arial" panose="020B0604020202020204" pitchFamily="34" charset="0"/>
              <a:buChar char="•"/>
            </a:pPr>
            <a:r>
              <a:rPr lang="en-US" sz="1600" b="1" dirty="0"/>
              <a:t>Cross-platform</a:t>
            </a:r>
            <a:r>
              <a:rPr lang="en-US" sz="1600" dirty="0"/>
              <a:t> – runs anywhere Java is supported.</a:t>
            </a:r>
          </a:p>
          <a:p>
            <a:pPr marL="285750" indent="-285750">
              <a:buFont typeface="Arial" panose="020B0604020202020204" pitchFamily="34" charset="0"/>
              <a:buChar char="•"/>
            </a:pPr>
            <a:r>
              <a:rPr lang="en-IN" sz="1600" dirty="0"/>
              <a:t>Simple and user-friendly </a:t>
            </a:r>
            <a:r>
              <a:rPr lang="en-IN" sz="1600" b="1" dirty="0"/>
              <a:t>GUI</a:t>
            </a:r>
            <a:r>
              <a:rPr lang="en-IN" sz="1600" dirty="0"/>
              <a:t>.</a:t>
            </a:r>
          </a:p>
          <a:p>
            <a:pPr marL="285750" indent="-285750">
              <a:buFont typeface="Arial" panose="020B0604020202020204" pitchFamily="34" charset="0"/>
              <a:buChar char="•"/>
            </a:pPr>
            <a:r>
              <a:rPr lang="en-US" sz="1600" dirty="0"/>
              <a:t>Good base for future enhancements (encryption, file sharing).</a:t>
            </a:r>
            <a:endParaRPr lang="en-US" sz="1600" dirty="0">
              <a:latin typeface="Arial Black" panose="020B0A04020102020204" pitchFamily="34" charset="0"/>
            </a:endParaRPr>
          </a:p>
        </p:txBody>
      </p:sp>
      <p:sp>
        <p:nvSpPr>
          <p:cNvPr id="6" name="Content Placeholder 5">
            <a:extLst>
              <a:ext uri="{FF2B5EF4-FFF2-40B4-BE49-F238E27FC236}">
                <a16:creationId xmlns="" xmlns:a16="http://schemas.microsoft.com/office/drawing/2014/main" id="{31259C68-D21B-1F72-373E-6552D4A401DA}"/>
              </a:ext>
            </a:extLst>
          </p:cNvPr>
          <p:cNvSpPr>
            <a:spLocks noGrp="1"/>
          </p:cNvSpPr>
          <p:nvPr>
            <p:ph idx="56"/>
          </p:nvPr>
        </p:nvSpPr>
        <p:spPr>
          <a:xfrm>
            <a:off x="4754881" y="2906486"/>
            <a:ext cx="3291840" cy="2854234"/>
          </a:xfrm>
        </p:spPr>
        <p:txBody>
          <a:bodyPr>
            <a:normAutofit lnSpcReduction="10000"/>
          </a:bodyPr>
          <a:lstStyle/>
          <a:p>
            <a:r>
              <a:rPr lang="en-US" sz="2800" dirty="0">
                <a:latin typeface="Arial Black" panose="020B0A04020102020204" pitchFamily="34" charset="0"/>
              </a:rPr>
              <a:t>Limitations:</a:t>
            </a:r>
          </a:p>
          <a:p>
            <a:pPr marL="285750" indent="-285750">
              <a:buFont typeface="Arial" panose="020B0604020202020204" pitchFamily="34" charset="0"/>
              <a:buChar char="•"/>
            </a:pPr>
            <a:r>
              <a:rPr lang="en-US" sz="1600" b="1" dirty="0"/>
              <a:t>Text-only</a:t>
            </a:r>
            <a:r>
              <a:rPr lang="en-US" sz="1600" dirty="0"/>
              <a:t> communication (no files or media).</a:t>
            </a:r>
          </a:p>
          <a:p>
            <a:pPr marL="285750" indent="-285750">
              <a:buFont typeface="Arial" panose="020B0604020202020204" pitchFamily="34" charset="0"/>
              <a:buChar char="•"/>
            </a:pPr>
            <a:r>
              <a:rPr lang="en-IN" sz="1600" b="1" dirty="0"/>
              <a:t>No encryption</a:t>
            </a:r>
            <a:r>
              <a:rPr lang="en-IN" sz="1600" dirty="0"/>
              <a:t>, messages sent in plain text.</a:t>
            </a:r>
          </a:p>
          <a:p>
            <a:pPr marL="285750" indent="-285750">
              <a:buFont typeface="Arial" panose="020B0604020202020204" pitchFamily="34" charset="0"/>
              <a:buChar char="•"/>
            </a:pPr>
            <a:r>
              <a:rPr lang="en-US" sz="1600" dirty="0"/>
              <a:t>Works only on </a:t>
            </a:r>
            <a:r>
              <a:rPr lang="en-US" sz="1600" b="1" dirty="0"/>
              <a:t>local network</a:t>
            </a:r>
            <a:r>
              <a:rPr lang="en-US" sz="1600" dirty="0"/>
              <a:t> unless configured for internet.</a:t>
            </a:r>
          </a:p>
          <a:p>
            <a:pPr marL="285750" indent="-285750">
              <a:buFont typeface="Arial" panose="020B0604020202020204" pitchFamily="34" charset="0"/>
              <a:buChar char="•"/>
            </a:pPr>
            <a:r>
              <a:rPr lang="en-US" sz="1600" dirty="0"/>
              <a:t>Lacks advanced features like login or message history.</a:t>
            </a:r>
            <a:endParaRPr lang="en-IN" sz="1600" dirty="0">
              <a:latin typeface="Arial Black" panose="020B0A04020102020204" pitchFamily="34" charset="0"/>
            </a:endParaRPr>
          </a:p>
        </p:txBody>
      </p:sp>
      <p:sp>
        <p:nvSpPr>
          <p:cNvPr id="3" name="Slide Number Placeholder 2">
            <a:extLst>
              <a:ext uri="{FF2B5EF4-FFF2-40B4-BE49-F238E27FC236}">
                <a16:creationId xmlns="" xmlns:a16="http://schemas.microsoft.com/office/drawing/2014/main" id="{ADDFE8A8-4537-F7A1-3BF9-834AEFE3EA1A}"/>
              </a:ext>
            </a:extLst>
          </p:cNvPr>
          <p:cNvSpPr>
            <a:spLocks noGrp="1"/>
          </p:cNvSpPr>
          <p:nvPr>
            <p:ph type="sldNum" sz="quarter" idx="55"/>
          </p:nvPr>
        </p:nvSpPr>
        <p:spPr/>
        <p:txBody>
          <a:bodyPr/>
          <a:lstStyle/>
          <a:p>
            <a:fld id="{CBD12358-51D2-46B3-9BDE-DF29528B9454}" type="slidenum">
              <a:rPr lang="en-US" smtClean="0"/>
              <a:t>8</a:t>
            </a:fld>
            <a:endParaRPr lang="en-US" dirty="0"/>
          </a:p>
        </p:txBody>
      </p:sp>
    </p:spTree>
    <p:extLst>
      <p:ext uri="{BB962C8B-B14F-4D97-AF65-F5344CB8AC3E}">
        <p14:creationId xmlns:p14="http://schemas.microsoft.com/office/powerpoint/2010/main" val="4259977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6B49ADB-BAD9-2645-A8CB-FEEB1E6C130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3C7D9DF-D99B-7F8C-B2C9-5111CA7A817A}"/>
              </a:ext>
            </a:extLst>
          </p:cNvPr>
          <p:cNvSpPr>
            <a:spLocks noGrp="1"/>
          </p:cNvSpPr>
          <p:nvPr>
            <p:ph type="title"/>
          </p:nvPr>
        </p:nvSpPr>
        <p:spPr>
          <a:xfrm>
            <a:off x="914400" y="1097280"/>
            <a:ext cx="3931920" cy="1368334"/>
          </a:xfrm>
          <a:noFill/>
        </p:spPr>
        <p:txBody>
          <a:bodyPr anchor="b" anchorCtr="0">
            <a:normAutofit fontScale="90000"/>
          </a:bodyPr>
          <a:lstStyle/>
          <a:p>
            <a:r>
              <a:rPr lang="en-US" sz="4000" dirty="0">
                <a:solidFill>
                  <a:schemeClr val="accent1">
                    <a:lumMod val="60000"/>
                    <a:lumOff val="40000"/>
                  </a:schemeClr>
                </a:solidFill>
                <a:latin typeface="Arial Rounded MT Bold" panose="020F0704030504030204" pitchFamily="34" charset="0"/>
              </a:rPr>
              <a:t>Future Enhancement</a:t>
            </a: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GUI Integration</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3600" dirty="0">
                <a:solidFill>
                  <a:schemeClr val="accent1">
                    <a:lumMod val="60000"/>
                    <a:lumOff val="40000"/>
                  </a:schemeClr>
                </a:solidFill>
                <a:latin typeface="Arial Rounded MT Bold" panose="020F0704030504030204" pitchFamily="34" charset="0"/>
              </a:rPr>
              <a:t/>
            </a:r>
            <a:br>
              <a:rPr lang="en-US" sz="3600" dirty="0">
                <a:solidFill>
                  <a:schemeClr val="accent1">
                    <a:lumMod val="60000"/>
                    <a:lumOff val="40000"/>
                  </a:schemeClr>
                </a:solidFill>
                <a:latin typeface="Arial Rounded MT Bold" panose="020F0704030504030204" pitchFamily="34" charset="0"/>
              </a:rPr>
            </a:br>
            <a:r>
              <a:rPr lang="en-US" sz="4400" dirty="0">
                <a:solidFill>
                  <a:schemeClr val="accent1">
                    <a:lumMod val="60000"/>
                    <a:lumOff val="40000"/>
                  </a:schemeClr>
                </a:solidFill>
                <a:latin typeface="Arial Rounded MT Bold" panose="020F0704030504030204" pitchFamily="34" charset="0"/>
              </a:rPr>
              <a:t>Future Enhancements</a:t>
            </a:r>
          </a:p>
        </p:txBody>
      </p:sp>
      <p:pic>
        <p:nvPicPr>
          <p:cNvPr id="6" name="Picture Placeholder 5" descr="A group of people sitting in a circle&#10;&#10;AI-generated content may be incorrect.">
            <a:extLst>
              <a:ext uri="{FF2B5EF4-FFF2-40B4-BE49-F238E27FC236}">
                <a16:creationId xmlns="" xmlns:a16="http://schemas.microsoft.com/office/drawing/2014/main" id="{78299198-0B19-858C-4D95-7FC7FD52095F}"/>
              </a:ext>
            </a:extLst>
          </p:cNvPr>
          <p:cNvPicPr>
            <a:picLocks noGrp="1" noChangeAspect="1"/>
          </p:cNvPicPr>
          <p:nvPr>
            <p:ph type="pic" sz="quarter" idx="54"/>
          </p:nvPr>
        </p:nvPicPr>
        <p:blipFill>
          <a:blip r:embed="rId2"/>
          <a:srcRect l="18871" r="18871"/>
          <a:stretch/>
        </p:blipFill>
        <p:spPr/>
      </p:pic>
      <p:sp>
        <p:nvSpPr>
          <p:cNvPr id="3" name="Slide Number Placeholder 2">
            <a:extLst>
              <a:ext uri="{FF2B5EF4-FFF2-40B4-BE49-F238E27FC236}">
                <a16:creationId xmlns="" xmlns:a16="http://schemas.microsoft.com/office/drawing/2014/main" id="{04D32FE6-3E10-59BE-AACC-C4EF188C8AF9}"/>
              </a:ext>
            </a:extLst>
          </p:cNvPr>
          <p:cNvSpPr>
            <a:spLocks noGrp="1"/>
          </p:cNvSpPr>
          <p:nvPr>
            <p:ph type="sldNum" sz="quarter" idx="53"/>
          </p:nvPr>
        </p:nvSpPr>
        <p:spPr/>
        <p:txBody>
          <a:bodyPr/>
          <a:lstStyle/>
          <a:p>
            <a:fld id="{CBD12358-51D2-46B3-9BDE-DF29528B9454}" type="slidenum">
              <a:rPr lang="en-US" smtClean="0"/>
              <a:t>9</a:t>
            </a:fld>
            <a:endParaRPr lang="en-US" dirty="0"/>
          </a:p>
        </p:txBody>
      </p:sp>
      <p:sp>
        <p:nvSpPr>
          <p:cNvPr id="15" name="Content Placeholder 14">
            <a:extLst>
              <a:ext uri="{FF2B5EF4-FFF2-40B4-BE49-F238E27FC236}">
                <a16:creationId xmlns="" xmlns:a16="http://schemas.microsoft.com/office/drawing/2014/main" id="{55D94DFE-EFD6-1E7C-C60F-CF6CB87FD9C8}"/>
              </a:ext>
            </a:extLst>
          </p:cNvPr>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GUI Integration</a:t>
            </a:r>
          </a:p>
          <a:p>
            <a:r>
              <a:rPr lang="en-US" sz="2400" dirty="0">
                <a:latin typeface="Arial" panose="020B0604020202020204" pitchFamily="34" charset="0"/>
                <a:cs typeface="Arial" panose="020B0604020202020204" pitchFamily="34" charset="0"/>
              </a:rPr>
              <a:t>User Authentication</a:t>
            </a:r>
          </a:p>
          <a:p>
            <a:r>
              <a:rPr lang="en-US" sz="2400" dirty="0">
                <a:latin typeface="Arial" panose="020B0604020202020204" pitchFamily="34" charset="0"/>
                <a:cs typeface="Arial" panose="020B0604020202020204" pitchFamily="34" charset="0"/>
              </a:rPr>
              <a:t>Message Encryption</a:t>
            </a:r>
          </a:p>
          <a:p>
            <a:r>
              <a:rPr lang="en-US" sz="2400" dirty="0">
                <a:latin typeface="Arial" panose="020B0604020202020204" pitchFamily="34" charset="0"/>
                <a:cs typeface="Arial" panose="020B0604020202020204" pitchFamily="34" charset="0"/>
              </a:rPr>
              <a:t>Advanced Features</a:t>
            </a:r>
          </a:p>
          <a:p>
            <a:r>
              <a:rPr lang="en-US" sz="2400" dirty="0">
                <a:latin typeface="Arial" panose="020B0604020202020204" pitchFamily="34" charset="0"/>
                <a:cs typeface="Arial" panose="020B0604020202020204" pitchFamily="34" charset="0"/>
              </a:rPr>
              <a:t>Remote Deployment</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1738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 xmlns:a16="http://schemas.microsoft.com/office/drawing/2014/main" id="{B451DFB4-EDCA-774E-9150-19BEF2F00F9F}"/>
              </a:ext>
            </a:extLst>
          </p:cNvPr>
          <p:cNvGraphicFramePr>
            <a:graphicFrameLocks noGrp="1"/>
          </p:cNvGraphicFramePr>
          <p:nvPr>
            <p:ph idx="14"/>
            <p:extLst>
              <p:ext uri="{D42A27DB-BD31-4B8C-83A1-F6EECF244321}">
                <p14:modId xmlns:p14="http://schemas.microsoft.com/office/powerpoint/2010/main" val="4257934015"/>
              </p:ext>
            </p:extLst>
          </p:nvPr>
        </p:nvGraphicFramePr>
        <p:xfrm>
          <a:off x="3465513" y="1085851"/>
          <a:ext cx="7588930" cy="5132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 xmlns:a16="http://schemas.microsoft.com/office/drawing/2014/main" id="{05093FEB-5330-08C0-21E2-FB206958CA57}"/>
              </a:ext>
            </a:extLst>
          </p:cNvPr>
          <p:cNvSpPr>
            <a:spLocks noGrp="1"/>
          </p:cNvSpPr>
          <p:nvPr>
            <p:ph type="sldNum" sz="quarter" idx="40"/>
          </p:nvPr>
        </p:nvSpPr>
        <p:spPr/>
        <p:txBody>
          <a:bodyPr/>
          <a:lstStyle/>
          <a:p>
            <a:fld id="{47FEACEE-25B4-4A2D-B147-27296E36371D}" type="slidenum">
              <a:rPr lang="en-US" altLang="zh-CN" noProof="0" smtClean="0"/>
              <a:pPr/>
              <a:t>10</a:t>
            </a:fld>
            <a:endParaRPr lang="en-US" altLang="zh-CN" noProof="0" dirty="0"/>
          </a:p>
        </p:txBody>
      </p:sp>
    </p:spTree>
    <p:extLst>
      <p:ext uri="{BB962C8B-B14F-4D97-AF65-F5344CB8AC3E}">
        <p14:creationId xmlns:p14="http://schemas.microsoft.com/office/powerpoint/2010/main" val="1942519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721E73BA-53B9-C0C1-476A-00736A64AB79}"/>
              </a:ext>
            </a:extLst>
          </p:cNvPr>
          <p:cNvSpPr>
            <a:spLocks noGrp="1"/>
          </p:cNvSpPr>
          <p:nvPr>
            <p:ph type="title"/>
          </p:nvPr>
        </p:nvSpPr>
        <p:spPr>
          <a:xfrm>
            <a:off x="5998464" y="731520"/>
            <a:ext cx="5029200" cy="1587137"/>
          </a:xfrm>
        </p:spPr>
        <p:txBody>
          <a:bodyPr anchor="b" anchorCtr="0">
            <a:normAutofit/>
          </a:bodyPr>
          <a:lstStyle/>
          <a:p>
            <a:r>
              <a:rPr lang="en-US" sz="4800" dirty="0">
                <a:solidFill>
                  <a:schemeClr val="accent1">
                    <a:lumMod val="60000"/>
                    <a:lumOff val="40000"/>
                  </a:schemeClr>
                </a:solidFill>
                <a:latin typeface="Arial Rounded MT Bold" panose="020F0704030504030204" pitchFamily="34" charset="0"/>
              </a:rPr>
              <a:t>Conclusion</a:t>
            </a:r>
          </a:p>
        </p:txBody>
      </p:sp>
      <p:sp>
        <p:nvSpPr>
          <p:cNvPr id="13" name="Text Placeholder 12">
            <a:extLst>
              <a:ext uri="{FF2B5EF4-FFF2-40B4-BE49-F238E27FC236}">
                <a16:creationId xmlns="" xmlns:a16="http://schemas.microsoft.com/office/drawing/2014/main" id="{DEB5763E-8BC0-F6C3-3814-6649A828C000}"/>
              </a:ext>
            </a:extLst>
          </p:cNvPr>
          <p:cNvSpPr>
            <a:spLocks noGrp="1"/>
          </p:cNvSpPr>
          <p:nvPr>
            <p:ph type="body" sz="quarter" idx="28"/>
          </p:nvPr>
        </p:nvSpPr>
        <p:spPr>
          <a:xfrm>
            <a:off x="6117336" y="3077937"/>
            <a:ext cx="4910328" cy="3137728"/>
          </a:xfrm>
        </p:spPr>
        <p:txBody>
          <a:bodyPr>
            <a:normAutofit fontScale="92500" lnSpcReduction="20000"/>
          </a:bodyPr>
          <a:lstStyle/>
          <a:p>
            <a:r>
              <a:rPr lang="en-US" dirty="0"/>
              <a:t>Build a Real – time Chat Bot Application using socket programming and multithreading.</a:t>
            </a:r>
          </a:p>
          <a:p>
            <a:r>
              <a:rPr lang="en-US" dirty="0"/>
              <a:t>Enables real-time communication between multiple clients.</a:t>
            </a:r>
          </a:p>
          <a:p>
            <a:r>
              <a:rPr lang="en-US" dirty="0"/>
              <a:t>Features a simple GUI for user- friendly interaction</a:t>
            </a:r>
          </a:p>
          <a:p>
            <a:r>
              <a:rPr lang="en-US" dirty="0"/>
              <a:t>Demonstrate core networking concepts in Java effectively.</a:t>
            </a:r>
          </a:p>
          <a:p>
            <a:r>
              <a:rPr lang="en-US" dirty="0"/>
              <a:t>Can be enhanced further with security , group chat, and file sharing.</a:t>
            </a:r>
          </a:p>
        </p:txBody>
      </p:sp>
      <p:sp>
        <p:nvSpPr>
          <p:cNvPr id="2" name="Slide Number Placeholder 1">
            <a:extLst>
              <a:ext uri="{FF2B5EF4-FFF2-40B4-BE49-F238E27FC236}">
                <a16:creationId xmlns="" xmlns:a16="http://schemas.microsoft.com/office/drawing/2014/main" id="{B2E4D147-B48C-ADE3-3FEF-627D467699A2}"/>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noProof="0" smtClean="0"/>
              <a:pPr/>
              <a:t>11</a:t>
            </a:fld>
            <a:endParaRPr lang="en-US" altLang="zh-CN" noProof="0" dirty="0"/>
          </a:p>
        </p:txBody>
      </p:sp>
      <p:sp>
        <p:nvSpPr>
          <p:cNvPr id="15" name="Slide Number Placeholder 13">
            <a:extLst>
              <a:ext uri="{FF2B5EF4-FFF2-40B4-BE49-F238E27FC236}">
                <a16:creationId xmlns=""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endParaRPr lang="en-US" dirty="0"/>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B3C62-858A-4A01-AFEF-21E0BB8CE262}">
  <ds:schemaRefs>
    <ds:schemaRef ds:uri="16c05727-aa75-4e4a-9b5f-8a80a1165891"/>
    <ds:schemaRef ds:uri="http://purl.org/dc/dcmitype/"/>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schemas.microsoft.com/sharepoint/v3"/>
    <ds:schemaRef ds:uri="230e9df3-be65-4c73-a93b-d1236ebd677e"/>
    <ds:schemaRef ds:uri="http://purl.org/dc/terms/"/>
    <ds:schemaRef ds:uri="http://schemas.openxmlformats.org/package/2006/metadata/core-properties"/>
    <ds:schemaRef ds:uri="71af3243-3dd4-4a8d-8c0d-dd76da1f02a5"/>
    <ds:schemaRef ds:uri="http://www.w3.org/XML/1998/namespace"/>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241</TotalTime>
  <Words>448</Words>
  <Application>Microsoft Office PowerPoint</Application>
  <PresentationFormat>Custom</PresentationFormat>
  <Paragraphs>94</Paragraphs>
  <Slides>12</Slides>
  <Notes>6</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Custom</vt:lpstr>
      <vt:lpstr>Real-Time Chat Bot Application </vt:lpstr>
      <vt:lpstr>INTRODUCTION</vt:lpstr>
      <vt:lpstr>Objectives</vt:lpstr>
      <vt:lpstr>Programming Language:   Java  Libraries/Packages:   Java.net, java.io, javax.swing  Concepts: Sockets, Threads, Streams, GUI(Swing)</vt:lpstr>
      <vt:lpstr>Workflow of the Chat Application</vt:lpstr>
      <vt:lpstr>PowerPoint Presentation</vt:lpstr>
      <vt:lpstr>GUI  Design</vt:lpstr>
      <vt:lpstr>Advantages &amp; Limitations</vt:lpstr>
      <vt:lpstr>Future Enhancement  GUI Integration         Future Enhancements</vt:lpstr>
      <vt:lpstr>PowerPoint Presentation</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Chat Bot Application </dc:title>
  <dc:creator>rishikamaheswari24@gmail.com</dc:creator>
  <cp:lastModifiedBy>Asus</cp:lastModifiedBy>
  <cp:revision>4</cp:revision>
  <dcterms:created xsi:type="dcterms:W3CDTF">2025-11-13T10:19:02Z</dcterms:created>
  <dcterms:modified xsi:type="dcterms:W3CDTF">2026-01-19T08:05:27Z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